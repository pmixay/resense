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8A83D1"/>
              </a:solidFill>
            </c:spPr>
          </c:dPt>
          <c:dLbls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пропущен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только CAUTION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0</c:v>
                </c:pt>
                <c:pt idx="2">
                  <c:v>0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42–64 мс в среднем на одном ядре; необязательные ядра на C++ сокращают время детектора на 38–57 % с тем же выходом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два объекта без STOP,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края габарита пропущен: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и у края — пропускаем.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 на одном ядре; ядра на C++ сокращают время детектора на 38–57 %, выход тот же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пропущен: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492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км; ящик организаторов — с 98 м; 492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(46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(реальные): поездка 13 км — 46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м, ящик у края пропущен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42–64 мс на кадр (p95 ≤ 78 мс) на одном ядре; ядра на C++ сокращают время детектора на 38–57 %, выход тот же;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— 6 из 8 объектов в габарите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лишь в 12 из 124 кадров, чаще CAUTION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у края пропущен;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~149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путь свободен до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