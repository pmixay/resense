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работали с чужими идеями: 8 идей из открытых решений других команд кейса 05 прогнали через полный гейт на всех записях: 5 отклонили, 3 включили 29.09. Своя проверка безопасности в тот же вечер выключила третье («обделка»): висящий от свода кабель получал STOP с 21 м вместо 74 м. Проверка на новых данных нужна.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поезда. Работает в ROS 2 и Docker. Решает геометрия; обученная часть одна — «мнение» о треке, и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стенд организаторов мы не мерили.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дашборд по статусу того же узла. Для исторического проигрывания нужен freshness_mode:=replay и поддерживаемая процедура из README. Потребителю недостаточно одного decision: проверяйте время действия /resense/status.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три кадра из них — благодаря добавке до 0,2 м по оси лидара ближе 60 м, строго от рельсов было бы 58. Вся запись — STOP на 193 из 201 кадра — с кадра 8 до конца, без пропусков (на кэше гейта; через узел ROS в Docker без пропусков — прогон CI 29.09, до правил 29.09); предмет на рельсе — 126 из 126. Одиночный GO в кадре 111 закрыт 29.09 правилом, подобранным на этой же записи. Задержка —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мс. Ложных событий в 20-минутной поездке — 2,1 на км (27 за 13 км, было 32 до правил 29.09), но это на тех же данных, где мы подбирали правила и откуда взяты отрицательные примеры «мнения» о треке. Вне выборки мы мерили только «мнение», на детекторе 27.09: каждую пару кусков поездки прогнали с моделью, которая их не видела, — 37 событий, 2,8 на км (в выборке тогда было 32). На объектах организаторов большой ящик — с 98 м, кубы 30 см — с 43–56 м, у края — с 35 и 18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пять пар на знакомых фонах не доказывают независимость. Со скоростью поезда — 167 м; свою скорость мы меряем по лидару с ошибкой 0,07 м/с, но раньше STOP она не даёт; с 29.09 она питает запрет эго-движения.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Калибруем поддерживаемое крепление и находим вход. При потере свежести — FAULT либо удержание STOP с последней дистанцией; потребителю нужен свой таймер статуса.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78; 28.09).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Два правила 29.09 взяты из открытых решений других команд (TunnelGuard, Tactical-Inventor) и прошли полный гейт: «чистая серия» — новый STOP у известной инфраструктуры ждёт пять чистых попаданий; запрет эго-движения — трек дальше 25 м, который едет вместе с поездом, STOP не начинает, пока поезд быстрее 4 м/с. Третье — «обделку» — мы выключили после своей проверки безопасности: висящий от свода кабель получал STOP лишь с 21 м вместо 74 м. Внешней независимой проверки правил ещё нет. «Мнение» о треке обучено на синтетике: непохожий реальный объект — мусор, лежащий человек —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предел 25 м действует и по предсказанной дистанции, пока трек не виден; STOP оно никогда не отменяет. Порог — половина наибольшего, который не задерживает ни одного отложенного синтетического объекта; без этого запаса на детекторе 27.09 было бы 25 событий в поездке и 33 на невиданных кусках — запас оставили ради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одометрии, независимая проверка двух правил 29.09 и замер на стенде организаторов.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33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P1 — узел ROS 2, Docker и питч; P2 — интерфейс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P3 — алгоритм, P4 —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 — не больше 10 обработанных кадров (~1 с при 10 Гц).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RViz, Foxglove, веб-дашборд, разметка, слайды, ролик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P2 · 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модель пути, габарит, кластеры, трекинг, дальность, скорость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P3 · 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датасет, синтетические препятствия, разметка, метрики, тесты, CI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P4 · 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p1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p2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p3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p4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требования, архитектура, узел ROS 2 и Docker, питч, сдача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P1 · 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Чужие идеи — только через проверку: 8 идей из открытых решений других команд прогнали через полный гейт: 5 отклонили, 3 включили, одно потом выключили после своей проверки безопасности (оно прятало висящий кабель). Записи разные (два топика, 120° и 360°, наклон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PointCloud2 → модель пути → габарит 2,1 × 3,0 м → кластеры → решение; оба набора топик, автокалибровка крепления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Результат: GO / CAUTION / STOP / FAULT, расстояние и /resense/status; подтверждение 0,5 с, «мнение» о сомнительных треках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Кадр → решение через ROS, p95: 81–82 мс (360°) и 49–78 мс (120°) на 4-ядерной машине, 28.09; правила 29.09 — ещё ~2 мс; ядра на C++ сокращают время детектора на 38–57 %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13 759 реальных кадров; человек — 61 из 61 кадра, STOP без пропусков; ложные события — 2,1 на км в выборке (правила подбирались на этих записях)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Без GPU: CPU-образ запускается без дополнительного ПО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контроль габарита на беспилотном и хозяйственном поезде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Дальше:</a:t>
            </a:r>
            <a:r>
              <a:rPr lang="ru-RU" sz="1200">
                <a:solidFill>
                  <a:schemeClr val="tx1"/>
                </a:solidFill>
              </a:rPr>
              <a:t xml:space="preserve"> скорость от одометрии, работа с мелкими объектами вдали, обучение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run → ros2 bag play; адаптер торможения и его проверки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b="1" sz="2600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(строго от рельсов — 58)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b="1" sz="1200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Предметы на полотне.</a:t>
            </a:r>
            <a:r>
              <a:rPr lang="ru-RU" sz="1300">
                <a:solidFill>
                  <a:schemeClr val="tx1"/>
                </a:solidFill>
              </a:rPr>
              <a:t xml:space="preserve"> Наивный порог — 1 482 ложных события за 20 мин; после настройки остаётся слепое пятно: ящик 0,5 м найден в 2 из 6 подходов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рельсе.</a:t>
            </a:r>
            <a:r>
              <a:rPr lang="ru-RU" sz="1300">
                <a:solidFill>
                  <a:schemeClr val="tx1"/>
                </a:solidFill>
              </a:rPr>
              <a:t xml:space="preserve"> Кластеризуем целиком: 2 → 126 из 126 кадров; один GO в кадре 111 закрыт 29.09 удержанием низкого STOP на 0,3 с — подобрано на этой же записи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Ложные STOP у платформ; правила других команд — «чистая серия» и запрет эго-движения — 32 → 27 событий в поездке; их «обделку» мы выключили: висящий кабель получал STOP лишь с 21 м вместо 74 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Мелкие объекты вдали.</a:t>
            </a:r>
            <a:r>
              <a:rPr lang="ru-RU" sz="1300">
                <a:solidFill>
                  <a:schemeClr val="tx1"/>
                </a:solidFill>
              </a:rPr>
              <a:t xml:space="preserve"> На 60–115 м всего 2–4 точки от куба; STOP для кубов 0,3 м — только с 43–56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У края габарита.</a:t>
            </a:r>
            <a:r>
              <a:rPr lang="ru-RU" sz="1300">
                <a:solidFill>
                  <a:schemeClr val="tx1"/>
                </a:solidFill>
              </a:rPr>
              <a:t xml:space="preserve"> STOP лишь с 35 и 18 м; висящий предмет 5 см — с 30 м (синтетика организаторов)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проверенных ориентаций вокруг вертикальной оси; крен и тангаж по рельсам и полотну; не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Свежесть данных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нет актуального статуса → FAULT или удержание STOP; потребитель проверяет /resense/status своим таймером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1 279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— STOP без пропусков, ложные события — 2,1 на км (на данных, где подбирались правила); ящик организаторов — с 98 м; 1 279 тестов и CI; идеи других команд — только через полный гейт и свою проверку безопасности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вместо оценки по лидару; «мнение» о треке — переобучить на реальных препятствиях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2; адаптер к торможению ещё нужно разработать и проверить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с первого кадра (строго от рельсов — 58: до 0,2 м по оси лидара ближе 60 м мы добавляем к габариту)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2,1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(27 за 13 км), в выборке — на ней же подбирались правила; вне выборки мерили только «мнение» (детектор 27.09): 2,8 на км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— 61 из 61 кадра, ошибка ≤ 0,23 м; STOP на 193 из 201 кадра — с кадра 8 до конца, без пропусков; предмет на рельсе — 126 из 126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в выборке): поездка 13 км — 27 событий, 30 эпизодов STOP; пять пустых записей — 8 событий; до правил 29.09 из решений других команд — 32 и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STOP у 8 из 8 в габарите; ящик 2 × 2 м — с 98 м, доска — с 87 м, кубы 0,3 м — с 43–56 м, у края — с 35 и 18 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 в реальной поездке]: первое подтверждение — 151 м, медиана 6 подходов; ящик 1 м — 124 м, висящий кабель 3 см — 99 м; дальше ~210 м отражений нет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(p95, публикация кадра → решение, ROS в Docker): 360° — 81–82 мс, 120° — 49–78 мс на 4-ядерной машине (28.09); правила 29.09 — ещё ~2 мс; без GPU; стенд i7-9700E не измерен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заранее, детектор 27.09)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габарит — от головки рельсов (ответ организаторов 29.09); ближе 60 м на прямой мы расширяем его до 0,2 м по оси лидара, но нигде не сужаем. Ложный STOP: 6 кадров у ящика снаружи (с 142 м), 0 вне объектов; синтетика расставлена приблизительно — организаторы это учтут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 (24.09); своя скорость по лидару (ошибка 0,07 м/с) раньше STOP не даёт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 (24.09)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м; 24.09)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(гейт 29.09, как и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При 80 км/ч и замедлении 1–1,3 м/с²: 190–250 м без задержек. Тоннель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требует размеченных препятствий; качество таких моделей на наших тоннелях не измерялось. Сравнение с картой требует локализации и повторного проезда.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искать препятствия в габарите поезда 2,1 × 3,0 м. Ось строится по рельсам, полотну и стенам без карты; обученное «мнение» может отложить сомнительный STOP. Есть пропуски и ложные тревоги.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с, «мнение» о треке, запрет эго-движения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 и стен;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 (архивная запись 23.09, 69 с — запасной показ): узел с RViz, bag play от обычного пользователя из другого контейнера, /resense/decision — STOP 56 м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