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FF0053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18</c:v>
                </c:pt>
                <c:pt idx="2">
                  <c:v>35</c:v>
                </c:pt>
                <c:pt idx="3">
                  <c:v>56</c:v>
                </c:pt>
                <c:pt idx="4">
                  <c:v>43</c:v>
                </c:pt>
                <c:pt idx="5">
                  <c:v>87</c:v>
                </c:pt>
                <c:pt idx="6">
                  <c:v>98</c:v>
                </c:pt>
                <c:pt idx="7">
                  <c:v>111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99</c:v>
                </c:pt>
                <c:pt idx="3">
                  <c:v>124</c:v>
                </c:pt>
                <c:pt idx="4">
                  <c:v>151</c:v>
                </c:pt>
                <c:pt idx="5">
                  <c:v>151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Docker, интеграция и питч; визуализация, дашборд, презентация и видео;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реальных препятствий в данных почти нет. Мы описываем нормальный тоннель, а обученное мнение о треке работает на отрицательных примерах из поездок. Ложные остановки сократились, но остались; три правила против них мы взяли из открытых решений других команд кейса 5 и проверили на всех записях. Проверка на новых данных нужна.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четыре инженерные роли. Наше решение называется ReSense. Описываем нормальный тоннель и ищем препятствия в габарите; возможны пропуски и ложные тревоги.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ищем препятствия в габарите поезда. Работает в ROS 2 и Docker. Решает геометрия; обученная часть одна — «мнение» о треке, и оно может только отложить сомнительный STOP, не больше чем на 10 обработанных кадров за жизнь трека (~1 с при 10 Гц, ~2 с при 5 Гц, до ~3 с, пока узел догоняет очередь), но не отменить его. Задержку называем с машиной: p95 от публикации кадра до решения через ROS в Docker: 81–82 мс при 360° (ВМ, 4 ядра; с холодного диска 88–96 мс) и 49–78 мс при 120° (4 vCPU), замер 28.09; три правила 29.09 добавляют ~2 мс; стенд организаторов мы не мерили.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Переносимость правил и обученного мнения на другой маршрут требует независимой проверки.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кадр. На одном ядре 4 vCPU Xeon 2,1 ГГц детектор тратит 24–31 мс в среднем (p95 34–47 мс; замер 28.09, правила 29.09 добавляют ~2 мс);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 Запрет эго-движения: пока поезд едет быстрее 4 м/с, трек, расстояние до которого не сокращается вместе с ходом поезда, STOP не начинает.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 одного кадра — сотни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алгоритм держит и его: STOP с кадра 8 до конца записи, 193 из 201 кадра, офлайн и через узел ROS в Docker одинаково. До 29.09 в кадре 111 был один GO: верх предмета на 4–7 мм ниже порога высоты. Исправили правилом удержания уже подтверждённого низкого STOP на 0,3 с — подобрано на этой же записи, и мы это говорим.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дашборд по статусу того же узла. Для исторического проигрывания нужен freshness_mode:=replay и поддерживаемая процедура из README. Потребителю недостаточно одного decision: проверяйте время действия /resense/status.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61 из 61 кадра, тревога с первого кадра в габарите; три кадра из них — благодаря добавке до 0,2 м по оси лидара ближе 60 м, строго от рельсов было бы 58. Вся запись — STOP на 193 из 201 кадра — с кадра 8 до конца, без пропусков, офлайн и через узел ROS в Docker; предмет на рельсе — 126 из 126. Одиночный GO в кадре 111 закрыт 29.09 правилом, подобранным на этой же записи. Задержка — p95 от публикации кадра до решения через ROS в Docker: 81–82 мс при 360° (ВМ, 4 ядра; с холодного диска 88–96 мс) и 49–78 мс при 120° (4 vCPU), замер 28.09; три правила 29.09 добавляют ~2 мс. Ложных событий в 20-минутной поездке — 2,0 на км (26 за 13 км, было 32 до трёх правил 29.09), но это на тех же данных, где мы подбирали правила и откуда взяты отрицательные примеры «мнения» о треке. Вне выборки мы мерили только «мнение», на детекторе 27.09: каждую пару кусков поездки прогнали с моделью, которая их не видела, — 37 событий, 2,8 на км (в выборке тогда было 32). На объектах организаторов большой ящик — с 98 м, кубы 30 см — с 43–56 м, у края — с 35 и 18 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151 м, медиана шести подходов. В пяти парных подходах — 150 м, а если ставить его по ближним рельсам, а не по нашей же дальней оси, — 154 м: пять пар на знакомых фонах не доказывают независимость. Со скоростью поезда — 167 м; свою скорость мы меряем по лидару с ошибкой 0,07 м/с, но раньше STOP она не даёт; с 29.09 она питает запрет эго-движения.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синтетика организаторов на использованных фонах, не скрытая проверка: поезд едет к объектам до 20 м/с. Большой ящик — с первого появления, 98 м; доска поперёк рельсов — с 87 м. Кубы 30 см — только с 43–56 м: на 60–115 м от них 2–4 точки в кадре. Висящий предмет 5 см — с 30 м; ящик у верха габарита — непрерывно с 111 м. У края — с 35 и 18 м; трек ящика у края — STOP с 28,7 м, а счётчик засчитывает кадры с 18 м: он ищет обнаружение в метре от центра двухметрового ящика. Габарит организаторы отсчитывают от головки рельсов (их ответ 29.09); ближе 60 м на прямой мы добавляем к нему до 0,2 м по оси лидара — нигде не уже, чем от рельсов; без этой добавки куб у края — лишь с 5,2 м. Синтетика, по словам организаторов, расставлена приблизительно, и при проверке они это учтут. Дальние слабые треки дали ящику у верха габарита и доске 111 и 87 м вместо 101 и 82. Ложный STOP у ящика снаружи габарита — 9 кадров подряд на 126–142 м на исходной записи (детектор 27.09; на кэше гейта — 6, и 29.09 так же): обнаружение на его внутреннем крае.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Калибруем поддерживаемое крепление и находим вход. При потере свежести — FAULT либо удержание STOP с последней дистанцией; потребителю нужен свой таймер статуса. Ложный STOP на пустой сцене больше не зависит от того, как узел получал кадры: в записанных историях узла — 0 (было 2), в стресс-тесте с пропусками и догонялками — 55 событий (было 78; 28.09).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— только вблизи. Три правила 29.09 взяты из открытых решений других команд (TunnelGuard, Tactical-Inventor) и проверены полным гейтом: ни одна метрика не хуже; независимую проверку безопасности этих правил ещё не делали. «Мнение» о треке обучено на синтетике: непохожий реальный объект — мусор, лежащий человек — оно может задержать, но не больше 10 обработанных кадров за жизнь трека (~1 с при 10 Гц, ~2 с при 5 Гц, до ~3 с, пока узел догоняет очередь), не ближе 25 м и не для стоящего тела ≥ 1 м ближе 40 м; предел 25 м действует и по предсказанной дистанции, пока трек не виден; STOP оно никогда не отменяет. Порог — половина наибольшего, который не задерживает ни одного отложенного синтетического объекта; без этого запаса на детекторе 27.09 было бы 25 событий в поездке и 33 на невиданных кусках — запас оставили ради безопасности.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одометрии, независимая проверка трёх новых правил и замер на стенде организаторов.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Публикуем оценку дальности контроля; возможны пропуски объектов.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P1 — системный аналитик, ROS 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P1 — узел ROS 2, Docker и питч; P2 — интерфейс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P3 — алгоритм, P4 — данные, метрики и тесты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Имена и контакты</a:t>
            </a:r>
            <a:r>
              <a:rPr lang="ru-RU">
                <a:solidFill>
                  <a:schemeClr val="tx1"/>
                </a:solidFill>
              </a:rPr>
              <a:t xml:space="preserve"> — в очной версии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Решает геометрия; обученное «мнение» о треке лишь откладывает сомнительный STOP — не больше 10 обработанных кадров (~1 с при 10 Гц).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Разработчик ПО (Python / JS)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RViz, Foxglove, веб-дашборд, разметка, презентация, видео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P2 · фронтенд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Инженер компьютерного зрения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модель пути, габарит, кластеры, трекинг, дальность, скорость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P3 · зрение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Специалист по данным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датасет, синтетические препятствия, разметка, метрики, тесты, CI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P4 · данные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  <p:txBody>
          <a:bodyPr/>
          <a:p/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  <p:txBody>
          <a:bodyPr/>
          <a:p/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  <p:txBody>
          <a:bodyPr/>
          <a:p/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  <p:txBody>
          <a:bodyPr/>
          <a:p/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Системный аналитик, ROS 2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требования, архитектура, узел ROS 2 и Docker, питч, сдача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P1 · капитан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Четыре инженерных направления — ROS 2 и интеграция, визуализация, компьютерное зрение, данные и тесты — собраны вокруг задачи контроля габарита тоннеля по 3D-лидару.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лидара; эти примеры оцениваются отдельно от реальных записей. Станции и стрелки давали ложные остановки — помогли ось по стенам, зона доверия, подтверждение 0,5 с и три правила из открытых решений других команд. Записи разные (два топика, 120° и 360°, наклон крепления 3°) — узел сам находит вход и калибруется по рельсам.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В записях почти нет реальных препятствий, а станции и стрелки похожи на объекты. Поэтому система оценивает геометрию тоннеля и ищет препятствия в габарите; пропуски возможны и в пределах расчётной дальности контроля.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PointCloud2 → модель пути → габарит 2,1 × 3,0 м → кластеры → решение; оба набора топик, автокалибровка крепления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Результат: GO / CAUTION / STOP / FAULT, расстояние и /resense/status; подтверждение 0,5 с, «мнение» о сомнительных треках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Кадр → решение через ROS, p95: 81–82 мс (360°) и 49–78 мс (120°) на 4-ядерной машине, 28.09; правила 29.09 — ещё ~2 мс; ядра на C++ сокращают время детектора на 38–57 %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13 759 реальных кадров; человек — 61 из 61 кадра, STOP без пропусков; 2,0 ложных события на км в выборке (правила подбирались на этих записях)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Без GPU: CPU-образ запускается без дополнительного ПО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контроль габарита на беспилотном и хозяйственном поезде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Дальше:</a:t>
            </a:r>
            <a:r>
              <a:rPr lang="ru-RU" sz="1200">
                <a:solidFill>
                  <a:schemeClr val="tx1"/>
                </a:solidFill>
              </a:rPr>
              <a:t xml:space="preserve"> скорость от одометрии, работа с мелкими объектами вдали, обучение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run → ros2 bag play; адаптер торможения и его проверки — отдельный этап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61 из 61</a:t>
            </a:r>
            <a:r>
              <a:rPr lang="ru-RU" sz="1200">
                <a:solidFill>
                  <a:srgbClr val="1C1D22"/>
                </a:solidFill>
              </a:rPr>
              <a:t xml:space="preserve"> кадра внутри габарита (строго от рельсов — 58)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с первого кадра в габарите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Вся запись: STOP на </a:t>
            </a:r>
            <a:r>
              <a:rPr lang="ru-RU" b="1" sz="1200">
                <a:solidFill>
                  <a:srgbClr val="1C1D22"/>
                </a:solidFill>
              </a:rPr>
              <a:t>193 из 201</a:t>
            </a:r>
            <a:r>
              <a:rPr lang="ru-RU" sz="1200">
                <a:solidFill>
                  <a:srgbClr val="1C1D22"/>
                </a:solidFill>
              </a:rPr>
              <a:t xml:space="preserve"> кадра — с кадра 8 до конца без пропусков, офлайн и через узел ROS; предмет на рельсе — 126 из 126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Предметы на полотне.</a:t>
            </a:r>
            <a:r>
              <a:rPr lang="ru-RU" sz="1300">
                <a:solidFill>
                  <a:schemeClr val="tx1"/>
                </a:solidFill>
              </a:rPr>
              <a:t xml:space="preserve"> Наивный порог — 1 482 ложных события за 20 мин; после настройки остаётся слепое пятно: ящик 0,5 м найден в 2 из 6 подходов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рельсе.</a:t>
            </a:r>
            <a:r>
              <a:rPr lang="ru-RU" sz="1300">
                <a:solidFill>
                  <a:schemeClr val="tx1"/>
                </a:solidFill>
              </a:rPr>
              <a:t xml:space="preserve"> Кластеризуем целиком: 2 → 126 из 126 кадров; один GO в кадре 111 закрыт 29.09 удержанием низкого STOP на 0,3 с — подобрано на этой же записи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Ложные STOP у платформ; три правила 29.09 (эго-движение, обделка, «чистая серия») — 32 → 26 событий в поездке; «мнение» откладывает сомнительный STOP не более чем на 10 обработанных кадров (~1 с при 10 Гц)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Мелкие объекты вдали.</a:t>
            </a:r>
            <a:r>
              <a:rPr lang="ru-RU" sz="1300">
                <a:solidFill>
                  <a:schemeClr val="tx1"/>
                </a:solidFill>
              </a:rPr>
              <a:t xml:space="preserve"> На 60–115 м всего 2–4 точки от куба; STOP для кубов 0,3 м — только с 43–56 м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У края габарита.</a:t>
            </a:r>
            <a:r>
              <a:rPr lang="ru-RU" sz="1300">
                <a:solidFill>
                  <a:schemeClr val="tx1"/>
                </a:solidFill>
              </a:rPr>
              <a:t xml:space="preserve"> STOP лишь с 35 и 18 м; висящий предмет 5 см — с 30 м (синтетика организаторов)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проверенных ориентаций вокруг вертикальной оси; крен и тангаж по рельсам и полотну; не любое крепление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Свежесть данных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нет актуального статуса → FAULT или удержание STOP; потребитель проверяет /resense/status своим таймером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1 280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— STOP без пропусков, 2,0 ложных события на км (на данных, где подбирались правила); ящик организаторов — с 98 м; 1 280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(своя по лидару — опция); «мнение» о треке — переобучить на реальных препятствиях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ros2 bag play или одной командой: scripts/play_bag.sh путь_к_бэгу [--archive resense-image-версия.tar.gz] — образ, узел, запись и каждая смена решения с дистанцией; один файл параметров; стандартные сообщения ROS 2; адаптер к торможению ещё нужно разработать и проверить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61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 с первого кадра (строго от рельсов — 58: до 0,2 м по оси лидара ближе 60 м мы добавляем к габариту)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2,0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(26 за 13 км), в выборке — на ней же подбирались правила; вне выборки мерили только «мнение» (детектор 27.09): 2,8 на км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— 61 из 61 кадра, ошибка ≤ 0,23 м; STOP на 193 из 201 кадра — с кадра 8 до конца, без пропусков; предмет на рельсе — 126 из 126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(реальные, в выборке): поездка 13 км — 26 событий, 28 эпизодов STOP; пять пустых записей — 8 событий; три правила 29.09 из решений других команд: было 32 и 11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STOP у 8 из 8 в габарите; ящик 2 × 2 м — с 98 м, доска — с 87 м, кубы 0,3 м — с 43–56 м, у края — с 35 и 18 м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 в реальной поездке]: первое подтверждение — 151 м, медиана 6 подходов; ящик 1 м — 124 м, висящий кабель 3 см — 99 м; дальше ~210 м отражений нет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(p95, публикация кадра → решение, ROS в Docker): 360° — 81–82 мс, 120° — 49–78 мс на 4-ядерной машине (28.09); правила 29.09 — ещё ~2 мс; без GPU; стенд i7-9700E не измерен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у 8 из 8, у края — с 18–35 м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87 м; кубы 0,3 м — с 43–56 м. На новых местах (72 случая, проверка заявлена заранее, детектор 27.09) — 723 из 2 458 кадров (было 544); на том же фоне без объекта — 0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кадре: дальше 60 м трек начинаем и с 4, но STOP — только если объект приближается, иначе CAUTION; ящик у верха габарита — STOP в 56 из 124 кадров — непрерывно с 111 м, дальше CAUTION или ничего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Ограничения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габарит — от головки рельсов (ответ организаторов 29.09); ближе 60 м на прямой мы расширяем его до 0,2 м по оси лидара, но нигде не сужаем. Ложный STOP: 9 кадров у ящика снаружи (126–142 м), 0 вне объектов; синтетика расставлена приблизительно — организаторы это учтут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 (24.09); своя скорость по лидару (ошибка 0,07 м/с) раньше STOP не даёт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человек в ≥ 90 % кадров каждой полосы 10 м — со 115 м (24.09)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м; 24.09)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 (гейт 29.09, как и 27.09; ящик 30 см и предмет поперёк рельса — 24.09);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При 80 км/ч и замедлении 1–1,3 м/с²: 190–250 м без задержек. Тоннель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требует размеченных препятствий; качество таких моделей на наших тоннелях не измерялось. Сравнение с картой требует локализации и повторного проезда.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искать препятствия в габарите поезда 2,1 × 3,0 м. Ось строится по рельсам, полотну и стенам без карты; обученное «мнение» может отложить сомнительный STOP. Есть пропуски и ложные тревоги.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вертикальная ось вращения; ориентация и наклон —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с, «мнение» о треке, запрет эго-движения → GO / CAUTION / STOP / FAULT и дальность контроля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 и обделки;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оценка дальности контроля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640000"/>
            <a:ext cx="9770000" cy="6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load → docker run → ros2 bag play → /resense/decision</a:t>
            </a:r>
          </a:p>
          <a:p>
            <a:pPr algn="ctr">
              <a:spcBef>
                <a:spcPts val="400"/>
              </a:spcBef>
            </a:pPr>
            <a:r>
              <a:rPr lang="ru-RU" sz="1200">
                <a:solidFill>
                  <a:srgbClr val="520978"/>
                </a:solidFill>
              </a:rPr>
              <a:t>или одной командой: scripts/play_bag.sh путь_к_бэгу [--archive resense-image-версия.tar.gz]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