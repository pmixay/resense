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2.xml" ContentType="application/vnd.openxmlformats-officedocument.drawingml.chart+xml"/>
  <Override PartName="/ppt/charts/colors2.xml" ContentType="application/vnd.ms-office.chartcolor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cat>
            <c:strRef>
              <c:f>Sheet1!$A$2:$A$7</c:f>
              <c:strCache>
                <c:ptCount val="6"/>
                <c:pt idx="0">
                  <c:v>ящик 30 см на рельсе</c:v>
                </c:pt>
                <c:pt idx="1">
                  <c:v>предмет поперёк рельса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49</c:v>
                </c:pt>
                <c:pt idx="1">
                  <c:v>46</c:v>
                </c:pt>
                <c:pt idx="2">
                  <c:v>95</c:v>
                </c:pt>
                <c:pt idx="3">
                  <c:v>111</c:v>
                </c:pt>
                <c:pt idx="4">
                  <c:v>144</c:v>
                </c:pt>
                <c:pt idx="5">
                  <c:v>148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 и интеграция; визуализация и презентация;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метро — наша ежедневная дорога, а препятствий в данных почти нет, поэтому мы не учим сеть на объектах, а описываем нормальный тоннель. Главные трудности — ложные остановки на станциях и разные записи; обе решены в самой системе.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четверо друзей из одного лицея; на конкурсы всегда выходим этим составом. Наше решение называется ReSense. Одной фразой: описываем нормальный тоннель и сообщаем всё, что попадает в габарит поезда.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сообщаем всё, что попадает в габарит поезда. Работает в ROS 2 и Docker, без GPU и без обучения на объектах.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Геометрия среды переносится между тоннелями, внешний вид объектов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Дальше 210 м датчик не возвращает ни одной точки — поэтому 300 м недостижимы этим лидаром; честно говорим об этом.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кадр, 42–64 мс в среднем. Калибровка крепления — сама, по рельсам; кривизна — по стенам, поэтому коридор осмыслен и там, где рельсов уже не видно.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облако: 350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его алгоритм тоже держит.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58 из 61 кадра, предмет на рельсе — 124 из 126. Ложных событий в 20-минутной поездке — 3,6 на км, почти вдвое меньше, чем в v0.6.1, и меньше в 12 из 13 частей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148 м, в 90 % кадров — со 149 м. Со скоростью поезда — 167 м. Мелкие предметы на головке рельса — с 42–49 м.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Надёжность: сами находим крепление и вход, при проблемах с данными говорим FAULT, а не молчим.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опора высоты по своду и замер на стенде.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Вместо молчания — «проверенно свободная» дистанция.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&lt;ФИО&gt;, &lt;специальность&gt;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&lt;как образовалась команда&gt;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место учёбы: &lt;место учёбы / работы&gt;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</a:t>
            </a:r>
            <a:r>
              <a:rPr lang="ru-RU">
                <a:solidFill>
                  <a:schemeClr val="tx1"/>
                </a:solidFill>
              </a:rPr>
              <a:t xml:space="preserve"> &lt;город&gt;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10 раз в секунду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Без обучения на объектах,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Визуализация, демо, презентация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Компьютерное зрение: модель пути, трекинг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Данные, синтетика, метрики, тесты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Капитан · ROS 2, Docker, интеграция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Мы друзья и на конкурсы всегда выходим вчетвером: ROS 2 и интеграция, визуализация, компьютерное зрение, данные и тесты. Каждый день ездим на учёбу на метро — захотелось, чтобы поезд однажды сам видел, что у него впереди.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записях почти нет — «ставили» людей и ящики в реальные кадры трассировкой лучей лидара. Станции и стрелки давали ложные остановки — помогли ось по стенам, зона доверия и подтверждение 0,5 с. Записи разные (два топика, 120° и 360°, наклон стенда 3°) — узел сам находит вход и калибруется по рельсам. И всё это — параллельно с учёбой.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Метро — наша ежедневная дорога, а беспилотный поезд — задача, где ошибка стоит дорого. Препятствий в данных почти нет, поэтому описываем «нормальный тоннель» и ловим всё, что в него не вписывается.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scikit-learn), только CPU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Вход — PointCloud2 любого из двух наборов топик / frame_id; выход — решение GO / CAUTION / STOP / FAULT, дистанция до препятствия и «проверенно свободная» дистанция, Detection3DArray, маркеры RViz, JSON-статус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 каждом кадре: автокалибровка крепления → модель пути (полотно, рельсы, ось, кривизна по стенам) → габарит 2,1 × 3,0 м + низкие объекты на рельсах → кластеры → фильтры инфраструктуры → подтверждение 0,5 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42–64 мс на кадр (p95 ≤ 78 мс), одно ядро CPU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Все 13 759 реальных кадров: человек на пути найден в 58 из 61 кадров, 3,6 ложных события на км поездки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«взгляд вперёд» для беспилотного поезда (GoA3/4) и хозяйственных поездов; контроль габарита при обкатке линий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Развитие:</a:t>
            </a:r>
            <a:r>
              <a:rPr lang="ru-RU" sz="1200">
                <a:solidFill>
                  <a:schemeClr val="tx1"/>
                </a:solidFill>
              </a:rPr>
              <a:t xml:space="preserve"> опора высоты по своду тоннеля — мелкие объекты дальше 100 м; накопление кадров со скоростью поезда; дообучение «второго мнения»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build → docker run → ros2 bag play; один файл параметров; стандартные сообщения ROS 2 — стыкуется с системой торможения без переделки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Дальше 210 м во всех данных нет ни одной точки</a:t>
            </a:r>
            <a:r>
              <a:rPr lang="ru-RU" sz="1300">
                <a:solidFill>
                  <a:schemeClr val="tx1"/>
                </a:solidFill>
              </a:rPr>
              <a:t>: 300 м этим лидаром физически недостижимы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58 из 61</a:t>
            </a:r>
            <a:r>
              <a:rPr lang="ru-RU" sz="1200">
                <a:solidFill>
                  <a:srgbClr val="1C1D22"/>
                </a:solidFill>
              </a:rPr>
              <a:t xml:space="preserve"> кадров внутри габарита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через 0,3 с после входа в габарит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Предмет на рельсе — в </a:t>
            </a:r>
            <a:r>
              <a:rPr lang="ru-RU" b="1" sz="1200">
                <a:solidFill>
                  <a:srgbClr val="1C1D22"/>
                </a:solidFill>
              </a:rPr>
              <a:t>124 из 126</a:t>
            </a:r>
            <a:r>
              <a:rPr lang="ru-RU" sz="1200">
                <a:solidFill>
                  <a:srgbClr val="1C1D22"/>
                </a:solidFill>
              </a:rPr>
              <a:t xml:space="preserve"> кадров после ухода человека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Полотно полно предметов.</a:t>
            </a:r>
            <a:r>
              <a:rPr lang="ru-RU" sz="1300">
                <a:solidFill>
                  <a:schemeClr val="tx1"/>
                </a:solidFill>
              </a:rPr>
              <a:t xml:space="preserve"> «Всё выше полотна» — 1 482 ложных события за 20 мин; порог «≥ 3 см над головкой рельса + 0,5 с» — единицы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 делился на две ступени.</a:t>
            </a:r>
            <a:r>
              <a:rPr lang="ru-RU" sz="1300">
                <a:solidFill>
                  <a:schemeClr val="tx1"/>
                </a:solidFill>
              </a:rPr>
              <a:t xml:space="preserve"> Верх на 0,10–0,15 м — между ступенью низких объектов и габаритом; кластеризуем его целиком: 2 → 124 из 126 кадров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Край платформы и конструкции у торца — главный источник ложных остановок; без рельсов в ближней зоне дальше 40 м — только предупреждение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Дальше 100 м — 1–5 точек на объект.</a:t>
            </a:r>
            <a:r>
              <a:rPr lang="ru-RU" sz="1300">
                <a:solidFill>
                  <a:schemeClr val="tx1"/>
                </a:solidFill>
              </a:rPr>
              <a:t xml:space="preserve"> Высокие объекты — по дальнему правилу до ~150 м; мелкие (&lt; 0,6 м) тревожат не дальше ~100 м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Записи разные.</a:t>
            </a:r>
            <a:r>
              <a:rPr lang="ru-RU" sz="1300">
                <a:solidFill>
                  <a:schemeClr val="tx1"/>
                </a:solidFill>
              </a:rPr>
              <a:t xml:space="preserve"> Топик, frame_id, 120° и 360°, наклон стенда 3° — узел сам находит вход и калибруется по рельсам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Любое крепление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ориентаций, крен и тангаж по рельсам и полотну; проверено на повёрнутых реальных кадрах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Монитор исправности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мало точек, закрытый обзор, потеря рельсов, задержка → FAULT и честная свободная дистанция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199 тестов;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найдены, 3,6 ложных события на км; 199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опора высоты по своду тоннеля — мелкие объекты дальше 100 м; скорость поезда в узел; «второе мнение» на реальных препятствиях; замер на i7-9700E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build → run → ros2 bag play; один файл параметров; стандартные сообщения ROS 2 — стыкуется с системой торможения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58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3,6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(47 за 13 км)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пути</a:t>
            </a:r>
            <a:r>
              <a:rPr lang="ru-RU" sz="1200">
                <a:solidFill>
                  <a:schemeClr val="tx1"/>
                </a:solidFill>
              </a:rPr>
              <a:t xml:space="preserve"> (реальная запись): 58 из 61 кадров, тревога через 0,3 с, ошибка ≤ 0,23 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Предмет на рельсе</a:t>
            </a:r>
            <a:r>
              <a:rPr lang="ru-RU" sz="1200">
                <a:solidFill>
                  <a:schemeClr val="tx1"/>
                </a:solidFill>
              </a:rPr>
              <a:t xml:space="preserve"> (реальная): 124 из 126 кадров после ухода человека (v0.6.1: 2)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остановки:</a:t>
            </a:r>
            <a:r>
              <a:rPr lang="ru-RU" sz="1200">
                <a:solidFill>
                  <a:schemeClr val="tx1"/>
                </a:solidFill>
              </a:rPr>
              <a:t xml:space="preserve"> поездка 13 км — 47 событий, пять пустых записей — 20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[синтетика]: устойчиво со 115 м (≥ 90 % кадров в каждой полосе 10 м), первое подтверждение ~148 м; 167 м со скоростью поезда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детектора 42–64 мс на кадр (p95 ≤ 78 мс); через ROS в Docker 65 мс (120°) и ~96 мс (360°); одно ядро CPU, без GPU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300 м — предел лидара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 данных нет ни одной точки: это предел сенсора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≥ 90 % кадров: человек с ~149 м, в каждых 10 м — со 115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900000"/>
            <a:ext cx="5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подходов,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Тормозной путь на 80 км/ч — 190–250 м. Тоннель однороден и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(PointPillars, CenterPoint) — нужны тысячи размеченных препятствий, дальше 100 м — единицы процентов AP. Сравнение с картой — нужна сантиметровая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сообщать всё, что попадает в габарит поезда 2,1 × 3,0 м. Модель пути строится заново в каждом кадре по рельсам, полотну и стенам — без карты и без классов объектов.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ориентация, крен и тангаж лидара — по рельсам и полотну: любое крепление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 и свободная дистанция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Веб-дашборд: воспроизведение results.jsonl (живой узел — через rosbridge, ставится отдельно) — решение, дистанция, детекции, исправность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Цепочка жюри в Docker: узел с RViz, bag play от обычного пользователя из другого контейнера, /resense/decision — STOP 56 м (видео 69 с)</a:t>
            </a:r>
          </a:p>
        </p:txBody>
      </p:sp>
      <p:pic>
        <p:nvPicPr>
          <p:cNvPr id="5" name="Рисунок 4" descr="dashboard_doubleT_obstacle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5669" b="5669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700000"/>
            <a:ext cx="977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build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