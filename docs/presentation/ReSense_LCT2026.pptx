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cat>
            <c:strRef>
              <c:f>Sheet1!$A$2:$A$7</c:f>
              <c:strCache>
                <c:ptCount val="6"/>
                <c:pt idx="0">
                  <c:v>ящик 30 см на рельсе</c:v>
                </c:pt>
                <c:pt idx="1">
                  <c:v>предмет поперёк рельса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</c:v>
                </c:pt>
                <c:pt idx="1">
                  <c:v>46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ReSense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собрались под этот кейс из четырёх специализаций: ROS 2 и интеграция, визуализация, компьютерное зрение, данные и оценка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работы / учёбы: &lt;организации участников&gt;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&lt;город&gt;, &lt;регион&gt;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«ReSense»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«ReSense»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Собрались под этот кейс вчетвером: системный анализ и ROS 2, фронтенд и визуализация, компьютерное зрение, данные и оценка. &lt;личная история, одна фраза&gt;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данных почти нет — «поставили» людей и ящики в реальные кадры трассировкой лучей лидара. Станции и стрелки давали ложные остановки — ось по стенам, зона доверия, фильтры инфраструктуры, подтверждение 0,5 с. Записи разные (топик, frame_id, 120° и 360°, наклон стенда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Задача безопасности на настоящих данных метро: поезд без машиниста должен сам ответить «путь свободен» или «тормозить». Вдохновил сам лидар — стены видны на 150–200 м, значит, ось пути можно вести по стенам там, где рельсов уже не видно.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scikit-learn), только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42–58 мс на кадр (p95 ≤ 69 мс), одно ядро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3,6 ложных события на км поездки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опора высоты по своду тоннеля — мелкие объекты дальше 100 м; накопление кадров со скоростью поезда; дообучение «второго мнения»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build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Самая дальняя точка во всех данных — 208,5 м</a:t>
            </a:r>
            <a:r>
              <a:rPr lang="ru-RU" sz="1300">
                <a:solidFill>
                  <a:schemeClr val="tx1"/>
                </a:solidFill>
              </a:rPr>
              <a:t>: 300 м этим лидаром физически недостижимы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&lt; 0,35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118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118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тревожат не дальше ~100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Записи разные.</a:t>
            </a:r>
            <a:r>
              <a:rPr lang="ru-RU" sz="1300">
                <a:solidFill>
                  <a:schemeClr val="tx1"/>
                </a:solidFill>
              </a:rPr>
              <a:t xml:space="preserve"> Топик, frame_id, 120° и 360°, наклон стенда 3° — узел сам находит вход и калибруется по рельсам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мало точек, закрытый обзор, потеря рельсов, задержка → FAULT и честная свободная дистанция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147 тестов;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3,6 ложных события на км; 147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опора высоты по своду тоннеля — мелкие объекты дальше 100 м; скорость поезда в узел; «второе мнение» на реальных препятствиях; замер на i7-9700E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build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3,6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(47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пути</a:t>
            </a:r>
            <a:r>
              <a:rPr lang="ru-RU" sz="1200">
                <a:solidFill>
                  <a:schemeClr val="tx1"/>
                </a:solidFill>
              </a:rPr>
              <a:t xml:space="preserve"> (реальная запись): 58 из 61 кадров, тревога через 0,3 с, ошибка &lt; 0,35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Предмет на рельсе</a:t>
            </a:r>
            <a:r>
              <a:rPr lang="ru-RU" sz="1200">
                <a:solidFill>
                  <a:schemeClr val="tx1"/>
                </a:solidFill>
              </a:rPr>
              <a:t xml:space="preserve"> (реальная): 118 из 126 кадров после ухода человека (v0.6.1: 2)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остановки:</a:t>
            </a:r>
            <a:r>
              <a:rPr lang="ru-RU" sz="1200">
                <a:solidFill>
                  <a:schemeClr val="tx1"/>
                </a:solidFill>
              </a:rPr>
              <a:t xml:space="preserve"> поездка 13 км — 47 событий, пять пустых записей — 20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[синтетика]: первое подтверждение ~148 м, непрерывно с 135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42–58 мс на кадр, p95 ≤ 69 мс, одно ядро CPU,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300 м — предел лидара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208,5 м в данных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~135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900000"/>
            <a:ext cx="5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подходов,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resense run --render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Веб-дашборд: живой узел через rosbridge или воспроизведение results.jsonl — решение, дистанция, детекции, исправность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Офлайн-рендер кадра: вид сверху и сбоку, коридор габарита, подтверждённое препятствие; RViz и Foxglove — готовые раскладки</a:t>
            </a:r>
          </a:p>
        </p:txBody>
      </p:sp>
      <p:pic>
        <p:nvPicPr>
          <p:cNvPr id="5" name="Рисунок 4" descr="dashboard_doubleT_obstacle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/>
      </p:pic>
      <p:pic>
        <p:nvPicPr>
          <p:cNvPr id="6" name="Рисунок 5" descr="doubleT_obstacle_0024_v062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build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