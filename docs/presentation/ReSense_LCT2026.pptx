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23–31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описывает геометрию тоннеля и проверяет, подтверждён ли свободный габарит.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23–31 мс на кадр (p95 ≤ 42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 (правила решались на ней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628+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 (на данных, где решались правила); ящик организаторов — с 98 м; 628+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км; правила решались на ней же)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(реальные; правила решались на этих же записях):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23–31 мс на кадр (p95 ≤ 42 мс) на одном ядре с ядрами на C++; через ROS в Docker на 4 ядрах — p95 58–81 мс при 10 кадрах/с;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лишь вблизи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