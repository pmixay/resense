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99</c:v>
                </c:pt>
                <c:pt idx="3">
                  <c:v>124</c:v>
                </c:pt>
                <c:pt idx="4">
                  <c:v>151</c:v>
                </c:pt>
                <c:pt idx="5">
                  <c:v>151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Docker, интеграция и питч; визуализация, дашборд, презентация и видео;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остались. Как мы работали с чужими идеями: 8 идей из открытых решений других команд кейса 05 прогнали через полный гейт на всех записях: 5 отклонили, 3 включили 29.09. Своя проверка безопасности в тот же вечер выключила третье («обделка»): висящий от свода кабель получал STOP с 21 м вместо 74 м. Проверка на новых данных нужна.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поезда. Работает в ROS 2 и Docker. Решает геометрия; обученная часть одна — «мнение» о треке, и оно может только отложить сомнительный STOP, не больше чем на 10 обработанных кадров за жизнь трека (~1 с при 10 Гц, ~2 с при 5 Гц, до ~3 с, пока узел догоняет очередь), но не отменить его. Задержку называем с машиной: p95 от публикации кадра до решения через ROS в Docker: 81–82 мс при 360° (ВМ, 4 ядра; с холодного диска 88–96 мс) и 49–78 мс при 120° (4 vCPU), замер 28.09; правила 29.09 добавляют ~2 мс; стенд организаторов мы не мерили.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кадр. На одном ядре 4 vCPU Xeon 2,1 ГГц детектор тратит 24–31 мс в среднем (p95 34–47 мс; замер 28.09, правила 29.09 добавляют ~2 мс);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 Запрет эго-движения: пока поезд едет быстрее 4 м/с, трек, расстояние до которого не сокращается вместе с ходом поезда, STOP не начинает.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 одного кадра — сотни тысяч точек за 0,1 с. Зелёным — габарит поезда, который алгоритм сам протянул вдоль оси пути по рельсам и стенам. Жёлтым — всё, что попало в коридор. А вот препятствие, которое наш алгоритм увидел за 56 метров: человек переходит путь, красная рамка, решение STOP — с первого кадра в габарите. Справа — его точки крупно. Когда человек уходит, на рельсе остаётся предмет 45 × 60 × 30 см — алгоритм держит и его: STOP на 193 из 201 кадра — с кадра 8 до конца, без пропусков; предмет на рельсе — 126 из 126 кадров. До 29.09 в кадре 111 был один GO: верх предмета на 4–7 мм ниже порога высоты. Исправили правилом удержания уже подтверждённого низкого STOP на 0,3 с — подобрано на этой же записи, и мы это говорим. Здесь поезд стоит; на едущем поезде — синтетика организаторов: ящик 2 × 2 м алгоритм увидел за 98 метров, с первого появления (слайд «Объекты организаторов»).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дашборд по статусу того же узла. Для исторического проигрывания нужен freshness_mode:=replay и поддерживаемая процедура из README. Потребителю недостаточно одного decision: проверяйте время действия /resense/status.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61 из 61 кадра, тревога с первого кадра в габарите; три кадра из них — благодаря добавке до 0,2 м по оси лидара ближе 60 м, строго от рельсов было бы 58. Вся запись — STOP на 193 из 201 кадра — с кадра 8 до конца, без пропусков (на кэше гейта; через узел ROS в Docker без пропусков — прогон CI 29.09, до правил 29.09); предмет на рельсе — 126 из 126. Одиночный GO в кадре 111 закрыт 29.09 правилом, подобранным на этой же записи. Задержка — p95 от публикации кадра до решения через ROS в Docker: 81–82 мс при 360° (ВМ, 4 ядра; с холодного диска 88–96 мс) и 49–78 мс при 120° (4 vCPU), замер 28.09; правила 29.09 добавляют ~2 мс. Ложных событий в 20-минутной поездке — 2,1 на км (27 за 13 км, было 32 до правил 29.09), но это на тех же данных, где мы подбирали правила и откуда взяты отрицательные примеры «мнения» о треке. Вне выборки мы мерили только «мнение», на детекторе 27.09: каждую пару кусков поездки прогнали с моделью, которая их не видела, — 37 событий, 2,8 на км (в выборке тогда было 32). На объектах организаторов большой ящик — с 98 м, кубы 30 см — с 43–56 м, у края — с 35 и 18 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151 м, медиана шести подходов. В пяти парных подходах — 150 м, а если ставить его по ближним рельсам, а не по нашей же дальней оси, — 154 м: пять пар на знакомых фонах не доказывают независимость. Со скоростью поезда — 167 м; свою скорость мы меряем по лидару с ошибкой 0,07 м/с, но раньше STOP она не даёт; с 29.09 она питает запрет эго-движения.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30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Габарит организаторы отсчитывают от головки рельсов (их ответ 29.09); ближе 60 м на прямой мы добавляем к нему до 0,2 м по оси лидара — нигде не уже, чем от рельсов; без этой добавки куб у края — лишь с 5,2 м. Синтетика, по словам организаторов, расставлена приблизительно, и при проверке они это учтут. Дальние слабые треки дали ящику у верха габарита и доске 111 и 87 м вместо 101 и 82. Ложный STOP у ящика снаружи габарита — 6 кадров на кэше гейта, с 142 м; на исходной записи детектор 27.09 давал 9 кадров подряд на 126–142 м: обнаружение на его внутреннем крае.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Калибруем поддерживаемое крепление и находим вход. При потере свежести — FAULT либо удержание STOP с последней дистанцией; потребителю нужен свой таймер статуса. Ложный STOP на пустой сцене больше не зависит от того, как узел получал кадры: в записанных историях узла — 0 (было 2), в стресс-тесте с пропусками и догонялками — 55 событий (было 78; 28.09).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вблизи. Два правила 29.09 взяты из открытых решений других команд (TunnelGuard, Tactical-Inventor) и прошли полный гейт: «чистая серия» — новый STOP у известной инфраструктуры ждёт пять чистых попаданий; запрет эго-движения — трек дальше 25 м, который едет вместе с поездом, STOP не начинает, пока поезд быстрее 4 м/с. Третье — «обделку» — мы выключили после своей проверки безопасности: висящий от свода кабель получал STOP лишь с 21 м вместо 74 м. Внешней независимой проверки правил ещё нет. «Мнение» о треке обучено на синтетике: непохожий реальный объект — мусор, лежащий человек — оно может задержать, но не больше 10 обработанных кадров за жизнь трека (~1 с при 10 Гц, ~2 с при 5 Гц, до ~3 с, пока узел догоняет очередь), не ближе 25 м и не для стоящего тела ≥ 1 м ближе 40 м; предел 25 м действует и по предсказанной дистанции, пока трек не виден; STOP оно никогда не отменяет. Порог — половина наибольшего, который не задерживает ни одного отложенного синтетического объекта; без этого запаса на детекторе 27.09 было бы 25 событий в поездке и 33 на невиданных кусках — запас оставили ради безопасности.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одометрии, независимая проверка двух правил 29.09 и замер на стенде организаторов.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Relationship Id="rId4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Relationship Id="rId6" Type="http://schemas.openxmlformats.org/officeDocument/2006/relationships/image" Target="../media/image829.jpg"/><Relationship Id="rId7" Type="http://schemas.openxmlformats.org/officeDocument/2006/relationships/image" Target="../media/image8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2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33.png"/><Relationship Id="rId4" Type="http://schemas.openxmlformats.org/officeDocument/2006/relationships/image" Target="../media/image834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19" name="Picture 18" descr="team.jpg"/>
          <p:cNvPicPr>
            <a:picLocks noChangeAspect="1"/>
          </p:cNvPicPr>
          <p:nvPr/>
        </p:nvPicPr>
        <p:blipFill>
          <a:blip r:embed="rId3"/>
          <a:srcRect t="29" b="29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Кузнецов Пётр, системный аналитик, ROS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P1 — узел ROS 2, Docker и питч; P2 — интерфейс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P3 — алгоритм, P4 — данные, метрики и тесты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Решает геометрия; обученное «мнение» о треке лишь откладывает сомнительный STOP — не больше 10 обработанных кадров (~1 с при 10 Гц).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Разработчик ПО (Python / JS)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RViz, Foxglove, веб-дашборд, разметка, слайды, ролик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P2 · фронтенд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Инженер компьютерного зрения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модель пути, габарит, кластеры, трекинг, дальность, скорость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P3 · зрение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Специалист по данным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датасет, синтетические препятствия, разметка, метрики, тесты, CI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P4 · данные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66" name="Picture 65" descr="p1.jpg"/>
          <p:cNvPicPr>
            <a:picLocks noChangeAspect="1"/>
          </p:cNvPicPr>
          <p:nvPr/>
        </p:nvPicPr>
        <p:blipFill>
          <a:blip r:embed="rId4"/>
          <a:srcRect t="138" b="138"/>
          <a:stretch>
            <a:fillRect/>
          </a:stretch>
        </p:blipFill>
        <p:spPr>
          <a:xfrm>
            <a:off x="1776987" y="1816054"/>
            <a:ext cx="1722566" cy="1552901"/>
          </a:xfrm>
          <a:prstGeom prst="rect">
            <a:avLst/>
          </a:prstGeom>
        </p:spPr>
      </p:pic>
      <p:pic>
        <p:nvPicPr>
          <p:cNvPr id="68" name="Picture 67" descr="p2.jpg"/>
          <p:cNvPicPr>
            <a:picLocks noChangeAspect="1"/>
          </p:cNvPicPr>
          <p:nvPr/>
        </p:nvPicPr>
        <p:blipFill>
          <a:blip r:embed="rId5"/>
          <a:srcRect t="475" b="475"/>
          <a:stretch>
            <a:fillRect/>
          </a:stretch>
        </p:blipFill>
        <p:spPr>
          <a:xfrm>
            <a:off x="4082057" y="1826554"/>
            <a:ext cx="1722566" cy="1542401"/>
          </a:xfrm>
          <a:prstGeom prst="rect">
            <a:avLst/>
          </a:prstGeom>
        </p:spPr>
      </p:pic>
      <p:pic>
        <p:nvPicPr>
          <p:cNvPr id="70" name="Picture 69" descr="p3.jpg"/>
          <p:cNvPicPr>
            <a:picLocks noChangeAspect="1"/>
          </p:cNvPicPr>
          <p:nvPr/>
        </p:nvPicPr>
        <p:blipFill>
          <a:blip r:embed="rId6"/>
          <a:srcRect l="81" r="81"/>
          <a:stretch>
            <a:fillRect/>
          </a:stretch>
        </p:blipFill>
        <p:spPr>
          <a:xfrm>
            <a:off x="6387374" y="1809238"/>
            <a:ext cx="1722567" cy="1559717"/>
          </a:xfrm>
          <a:prstGeom prst="rect">
            <a:avLst/>
          </a:prstGeom>
        </p:spPr>
      </p:pic>
      <p:pic>
        <p:nvPicPr>
          <p:cNvPr id="72" name="Picture 71" descr="p4.jpg"/>
          <p:cNvPicPr>
            <a:picLocks noChangeAspect="1"/>
          </p:cNvPicPr>
          <p:nvPr/>
        </p:nvPicPr>
        <p:blipFill>
          <a:blip r:embed="rId7"/>
          <a:srcRect l="81" r="81"/>
          <a:stretch>
            <a:fillRect/>
          </a:stretch>
        </p:blipFill>
        <p:spPr>
          <a:xfrm>
            <a:off x="8715798" y="1809238"/>
            <a:ext cx="1722567" cy="1559717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57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Системный аналитик, ROS 2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требования, архитектура, узел ROS 2 и Docker, питч, сдача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P1 · капитан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3949" y="3418955"/>
            <a:ext cx="1785604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Кузнецов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Пётр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19267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Максимов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Тимофей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4585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Лихатин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Андрей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9904" y="3418955"/>
            <a:ext cx="1808461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Голубев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Павел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Чужие идеи — только через проверку: 8 идей из открытых решений других команд прогнали через полный гейт: 5 отклонили, 3 включили, одно потом выключили после своей проверки безопасности (оно прятало висящий кабель). Записи разные (два топика, 120° и 360°, наклон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оценивает геометрию тоннеля и ищет препятствия в габарите; пропуски возможны и в пределах расчётной дальности контроля.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PointCloud2 → модель пути → габарит 2,1 × 3,0 м → кластеры → решение; оба набора топик, автокалибровка крепления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Результат: GO / CAUTION / STOP / FAULT, расстояние и /resense/status; подтверждение 0,5 с, «мнение» о сомнительных треках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Кадр → решение через ROS, p95: 81–82 мс (360°) и 49–78 мс (120°) на 4-ядерной машине, 28.09; правила 29.09 — ещё ~2 мс; ядра на C++ сокращают время детектора на 38–57 %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13 759 реальных кадров; человек — 61 из 61 кадра, STOP без пропусков; ложные события — 2,1 на км в выборке (правила подбирались на этих записях)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Без GPU: CPU-образ запускается без дополнительного ПО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контроль габарита на беспилотном и хозяйственном поезде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Дальше:</a:t>
            </a:r>
            <a:r>
              <a:rPr lang="ru-RU" sz="1200">
                <a:solidFill>
                  <a:schemeClr val="tx1"/>
                </a:solidFill>
              </a:rPr>
              <a:t xml:space="preserve"> скорость от одометрии, работа с мелкими объектами вдали, обучение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run → ros2 bag play; адаптер торможения и его проверки — отдельный этап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600"/>
              </a:spcBef>
            </a:pPr>
            <a:r>
              <a:rPr lang="ru-RU" b="1" sz="2600">
                <a:solidFill>
                  <a:srgbClr val="FF0053"/>
                </a:solidFill>
              </a:rPr>
              <a:t>Увидел за 56 м</a:t>
            </a:r>
          </a:p>
          <a:p>
            <a:pPr/>
            <a:r>
              <a:rPr lang="ru-RU" sz="1300">
                <a:solidFill>
                  <a:srgbClr val="1C1D22"/>
                </a:solidFill>
              </a:rPr>
              <a:t>человек переходит путь — STOP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 (строго от рельсов — 58)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Вся запись: STOP на </a:t>
            </a:r>
            <a:r>
              <a:rPr lang="ru-RU" b="1" sz="1200">
                <a:solidFill>
                  <a:srgbClr val="1C1D22"/>
                </a:solidFill>
              </a:rPr>
              <a:t>193 из 201</a:t>
            </a:r>
            <a:r>
              <a:rPr lang="ru-RU" sz="1200">
                <a:solidFill>
                  <a:srgbClr val="1C1D22"/>
                </a:solidFill>
              </a:rPr>
              <a:t xml:space="preserve"> кадра — с кадра 8 до конца без пропусков; предмет на рельсе — 126 из 126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Предметы на полотне.</a:t>
            </a:r>
            <a:r>
              <a:rPr lang="ru-RU" sz="1300">
                <a:solidFill>
                  <a:schemeClr val="tx1"/>
                </a:solidFill>
              </a:rPr>
              <a:t xml:space="preserve"> Наивный порог — 1 482 ложных события за 20 мин; после настройки остаётся слепое пятно: ящик 0,5 м найден в 2 из 6 подходов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рельсе.</a:t>
            </a:r>
            <a:r>
              <a:rPr lang="ru-RU" sz="1300">
                <a:solidFill>
                  <a:schemeClr val="tx1"/>
                </a:solidFill>
              </a:rPr>
              <a:t xml:space="preserve"> Кластеризуем целиком: 2 → 126 из 126 кадров; один GO в кадре 111 закрыт 29.09 удержанием низкого STOP на 0,3 с — подобрано на этой же записи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Ложные STOP у платформ; правила других команд — «чистая серия» и запрет эго-движения — 32 → 27 событий в поездке; их «обделку» мы выключили: висящий кабель получал STOP лишь с 21 м вместо 74 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Мелкие объекты вдали.</a:t>
            </a:r>
            <a:r>
              <a:rPr lang="ru-RU" sz="1300">
                <a:solidFill>
                  <a:schemeClr val="tx1"/>
                </a:solidFill>
              </a:rPr>
              <a:t xml:space="preserve"> На 60–115 м всего 2–4 точки от куба; STOP для кубов 0,3 м — только с 43–56 м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У края габарита.</a:t>
            </a:r>
            <a:r>
              <a:rPr lang="ru-RU" sz="1300">
                <a:solidFill>
                  <a:schemeClr val="tx1"/>
                </a:solidFill>
              </a:rPr>
              <a:t xml:space="preserve"> STOP лишь с 35 и 18 м; висящий предмет 5 см — с 30 м (синтетика организаторов)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проверенных ориентаций вокруг вертикальной оси; крен и тангаж по рельсам и полотну; не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Свежесть данных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нет актуального статуса → FAULT или удержание STOP; потребитель проверяет /resense/status своим таймером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1 284 теста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— STOP без пропусков, ложные события — 2,1 на км (на данных, где подбирались правила); ящик организаторов — с 98 м; 1 284 теста и CI; идеи других команд — только через полный гейт и свою проверку безопасности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вместо оценки по лидару; «мнение» о треке — переобучить на реальных препятствиях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 или одной командой: scripts/play_bag.sh путь_к_бэгу [--archive resense-image-версия.tar.gz] — образ, узел, запись и каждая смена решения с дистанцией; один файл параметров; стандартные сообщения ROS 2; адаптер к торможению ещё нужно разработать и проверить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 с первого кадра (строго от рельсов — 58: до 0,2 м по оси лидара ближе 60 м мы добавляем к габариту)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2,1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(27 за 13 км), в выборке — на ней же подбирались правила; вне выборки мерили только «мнение» (детектор 27.09): 2,8 на км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— 61 из 61 кадра, ошибка ≤ 0,23 м; STOP на 193 из 201 кадра — с кадра 8 до конца, без пропусков; предмет на рельсе — 126 из 126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(реальные, в выборке): поездка 13 км — 27 событий, 30 эпизодов STOP; пять пустых записей — 8 событий; до правил 29.09 из решений других команд — 32 и 11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STOP у 8 из 8 в габарите; ящик 2 × 2 м — с 98 м, доска — с 87 м, кубы 0,3 м — с 43–56 м, у края — с 35 и 18 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 в реальной поездке]: первое подтверждение — 151 м, медиана 6 подходов; ящик 1 м — 124 м, висящий кабель 3 см — 99 м; дальше ~210 м отражений нет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(p95, публикация кадра → решение, ROS в Docker): 360° — 81–82 мс, 120° — 49–78 мс на 4-ядерной машине (28.09); правила 29.09 — ещё ~2 мс; без GPU; стенд i7-9700E не измерен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с 18–35 м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87 м; кубы 0,3 м — с 43–56 м. На новых местах (72 случая, проверка заявлена заранее, детектор 27.09) — 723 из 2 458 кадров (было 544); на том же фоне без объекта — 0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кадре: дальше 60 м трек начинаем и с 4, но STOP — только если объект приближается, иначе CAUTION; ящик у верха габарита — STOP в 56 из 124 кадров — непрерывно с 111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габарит — от головки рельсов (ответ организаторов 29.09); ближе 60 м на прямой мы расширяем его до 0,2 м по оси лидара, но нигде не сужаем. Ложный STOP: 6 кадров у ящика снаружи (с 142 м), 0 вне объектов; синтетика расставлена приблизительно — организаторы это учтут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 (24.09); своя скорость по лидару (ошибка 0,07 м/с) раньше STOP не даёт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 (24.09)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м; 24.09)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 (гейт 29.09, как и 27.09; ящик 30 см и предмет поперёк рельса — 24.09);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При 80 км/ч и замедлении 1–1,3 м/с²: 190–250 м без задержек. Тоннель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требует размеченных препятствий; качество таких моделей на наших тоннелях не измерялось. Сравнение с картой требует локализации и повторного проезда.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искать препятствия в габарите поезда 2,1 × 3,0 м. Ось строится по рельсам, полотну и стенам без карты; обученное «мнение» может отложить сомнительный STOP. Есть пропуски и ложные тревоги.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с, «мнение» о треке, запрет эго-движения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 и стен;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 (архивная запись 23.09, 69 с — запасной показ): узел с RViz, bag play от обычного пользователя из другого контейнера, /resense/decision — STOP 56 м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или одной командой: scripts/play_bag.sh путь_к_бэгу [--archive resense-image-версия.tar.gz]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