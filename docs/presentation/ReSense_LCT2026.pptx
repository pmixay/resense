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8A83D1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10</c:v>
                </c:pt>
                <c:pt idx="2">
                  <c:v>5</c:v>
                </c:pt>
                <c:pt idx="3">
                  <c:v>53</c:v>
                </c:pt>
                <c:pt idx="4">
                  <c:v>43</c:v>
                </c:pt>
                <c:pt idx="5">
                  <c:v>82</c:v>
                </c:pt>
                <c:pt idx="6">
                  <c:v>98</c:v>
                </c:pt>
                <c:pt idx="7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обучения на объектах.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23–31 мс в среднем на одном ядре;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наш дашборд: вид из кабины по статусу того же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125 из 126. Ложных событий в 20-минутной поездке — 3,5 на км, почти вдвое меньше, чем в v0.6.1. На объектах самих организаторов большой ящик — с 98 м, кубы 30 см — только с 43–53 м; STOP у всех восьми, но у края — лишь 2 и 6 кадров, о них — через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медиана шести подходов. В пяти парных подходах — 150 м, а если ставить его по ближним рельсам, а не по нашей же дальней оси, — 154 м: дальность на прямой не зависит от оси детектора.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единственная внешняя проверка — объекты, которые вставили сами организаторы, поезд едет к ним до 20 м/с. Большой ящик — с первого появления, 98 м; доска поперёк рельсов — с 82 м. Кубы 30 см — только с 43–53 м: на 60–115 м от них 2–4 точки в кадре. Висящий предмет 5 см — с 30 м; ящик у верха габарита — непрерывно с 101 м; у края — STOP лишь в 2 и 6 кадрах: объекты ставили от оси лидара, а наш габарит идёт по рельсам.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вблизи, у края — лишь в нескольких кадрах.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Публикуем оценку дальности контроля; возможны пропуски объектов.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Четыре инженерных направления — ROS 2 и интеграция, визуализация, компьютерное зрение, данные и тесты — собраны вокруг задачи контроля габарита тоннеля по 3D-лидару.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лидара; эти примеры оцениваются отдельно от реальных записей.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В записях почти нет реальных препятствий, а станции и стрелки похожи на объекты. Поэтому система описывает геометрию тоннеля и проверяет, подтверждён ли свободный габарит.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оценка дальности контроля,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23–31 мс на кадр (p95 ≤ 42 мс) на одном ядре с ядрами на C++ (они сокращают время детектора на 38–57 %, выход тот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3,5 ложных события на км поездки (правила решались на ней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«второе мнение»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load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125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125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43–53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Ящик 2 × 2 м у края — STOP лишь с 10 м (6 кадров): их объекты стоят от оси лидара (−0,24° к рельсам), наш габарит — от рельсов; висящий предмет 5 см — STOP только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ошибки входа → FAULT; задержка → предупреждение без смены решения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666+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3,5 ложных события на км (на данных, где решались правила); ящик организаторов — с 98 м; 666+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«второе мнение» на реальных препятствиях; репетиция офлайн-запуска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3,5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(45 за 13 км; правила решались на ней же)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на пути — 58 из 61 кадров, тревога через 0,3 с, ошибка ≤ 0,23 м; предмет на рельсе — 125 из 126 кадров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(реальные; правила решались на этих же записях): поездка 13 км — 45 событий, пять пустых записей — 13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82 м, кубы 0,3 м — с 43–53 м; висящий 5 см — с 30 м; у края — лишь 2 и 6 кадров STOP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148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23–31 мс на кадр (p95 ≤ 42 мс) на одном ядре с ядрами на C++; через ROS в Docker на 4 ядрах — p95 58–81 мс при 10 кадрах/с;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у 8 из 8, у края — лишь вблизи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82 м; кубы 0,3 м — с 43–53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кадре, кластеру нужно 5; ящик у верха габарита — STOP в 51 из 124 кадров — непрерывно с 101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краевые объекты дают лишь 2 и 6 STOP кадров; висящий предмет 5 см: STOP с 30 м; объекты ставили от оси лидара (−0,24° к рельсам), мы строим габарит по рельсам. Ложных STOP: 6 кадров у ящика снаружи, 3 —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человек в ≥ 90 % кадров каждой полосы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вертикальная ось вращения; ориентация и наклон —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дальность контроля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оценка дальности контроля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