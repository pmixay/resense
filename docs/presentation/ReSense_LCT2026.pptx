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остались; проверка на новых данных нужна.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Историю команды капитан дополняет подтверждёнными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поезда. Работает в ROS 2 и Docker. Решает геометрия; обученная часть одна — «мнение» о треке, и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ROS: 87–118 мс при 360° и 54–64 мс при 120° на 4 vCPU Xeon 2,1 ГГц; 60 и 37 мс на раннере CI; стенд организаторов мы не мерили.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держит, но не без пропусков: через узел ROS — STOP в 123 из 126 кадров, в кадре 111 (11,1 с) один раз GO, в двух кадрах CAUTION. Детектор заморожен, поэтому мы это не правили, а называем.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дашборд по статусу того же узла. Для исторического проигрывания нужен freshness_mode:=replay и поддерживаемая процедура из README. Потребителю недостаточно одного decision: проверяйте время действия /resense/status.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все добавленные кадры — от отсчёта по оси лидара, как у организаторов, по габариту от рельсов было бы 58. Предмет на рельсе через узел ROS — STOP в 123 из 126 кадров, так же офлайн на исходной записи; 125 — только на кэше с точками, округлёнными до 1 см. В кадре 111 узел один раз выдаёт GO, в двух кадрах — CAUTION; детектор заморожен, мы это называем, а не правим. Задержка — p95 от публикации кадра до решения через ROS: 87–118 мс при 360° и 54–64 мс при 120° на 4 vCPU Xeon 2,1 ГГц; 60 и 37 мс на раннере CI. Ложных событий в 20-минутной поездке — 2,5 на км, но это на тех же данных, где мы подбирали правила и откуда взяты отрицательные примеры «мнения» о треке; без «мнения» одни правила дают 43 события. Честную цифру мы измерили: каждую пару кусков поездки прогнали с моделью, которая их не видела, — 37 событий, 2,8 на км. На объектах организаторов большой ящик — с 98 м, кубы 30 см — с 43–56 м, у края — с 35 и 18 м. Проверка, на которой мы ничего не настраивали и которую заявили заранее, — те же объекты организаторов на новых местах: 723 из 2 458 кадров (было 544). Это новые сочетания знакомых форм и фонов, а не новые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пять пар на знакомых фонах не доказывают независимость.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Организаторы ставили объекты от оси лидара, и ближе 60 м на прямой точку в габарите мы засчитываем и по ней. Габарит от рельсов при этом нигде не сужается — только добавляется; прирост есть потому, что организаторы меряют от оси, а вопрос, от рельсов или от оси, открыт: без этого куб у края — лишь с 5,2 м. Дальние слабые треки дали ящику у верха габарита и доске 111 и 87 м вместо 101 и 82. Ложный STOP у ящика снаружи габарита — 9 кадров подряд на 126–142 м, офлайн и через узел одинаково: обнаружение на его внутреннем крае. В шести из них это ближайшая дистанция решения, а ящик у края на 30–40 м ещё без STOP. Наш счётчик засчитывает 7 из них — в двух кадрах обнаружение на 2–3 см дальше его допуска 1 м, — а на кэше регрессионного гейта —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Калибруем поддерживаемое крепление и находим вход. При потере свежести — FAULT либо удержание STOP с последней дистанцией; потребителю нужен свой таймер статуса.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«Мнение» о треке обучено на синтетике: непохожий реальный объект — мусор, лежащий человек —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предел 25 м действует и по предсказанной дистанции, пока трек пропущен; STOP оно никогда не отменяет. Порог — половина наибольшего, который не задерживает ни одного отложенного синтетического объекта; без этого запаса было бы 25 событий в поездке и 33 на невиданных кусках — запас оставили ради безопасности. После независимой проверки первой версии (два независимых судьи) исправили три вещи: габарит стал объединением — от рельсов нигде не уже; задержку «мнения» ограничили; дальний слабый трек, пока не приближается, — CAUTION, а не скрыт.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машине: на 4 vCPU p95 при 360° доходит до периода кадра 100 мс.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P1 —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 и Docker, P2 — интерфейс и питч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Имена и контакты</a:t>
            </a:r>
            <a:r>
              <a:rPr lang="ru-RU">
                <a:solidFill>
                  <a:schemeClr val="tx1"/>
                </a:solidFill>
              </a:rPr>
              <a:t xml:space="preserve"> — в очной версии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 — не больше 10 обработанных кадров (~1 с при 10 Гц).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видео, презентация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оценка, питч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PointCloud2 → модель пути → габарит 2,1 × 3,0 м → кластеры → решение; оба набора топик, автокалибровка крепления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Результат: GO / CAUTION / STOP / FAULT, расстояние и /resense/status; подтверждение 0,5 с, «мнение» о сомнительных треках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Кадр → решение через ROS, p95: 87–118 мс (360°) и 54–64 мс (120°) на 4 vCPU Xeon 2,1 ГГц, 60 и 37 мс на раннере CI; ядра на C++ сокращают время детектора на 38–57 %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13 759 реальных кадров; человек — 61 из 61 кадра (от рельсов — 58); 2,5 ложных события на км при настройке правил, 2,8 на невиданных моделью кусках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Без GPU: CPU-образ запускается без дополнительного ПО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контроль габарита на беспилотном и хозяйственном поезде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Дальше:</a:t>
            </a:r>
            <a:r>
              <a:rPr lang="ru-RU" sz="1200">
                <a:solidFill>
                  <a:schemeClr val="tx1"/>
                </a:solidFill>
              </a:rPr>
              <a:t xml:space="preserve"> скорость от одометрии, работа с мелкими объектами вдали, обучение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run → ros2 bag play; адаптер торможения и его проверки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(от рельсов — 58)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рельсе: STOP в </a:t>
            </a:r>
            <a:r>
              <a:rPr lang="ru-RU" b="1" sz="1200">
                <a:solidFill>
                  <a:srgbClr val="1C1D22"/>
                </a:solidFill>
              </a:rPr>
              <a:t>123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через узел ROS (один GO; на кэше 1 см — 125)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Предметы на полотне.</a:t>
            </a:r>
            <a:r>
              <a:rPr lang="ru-RU" sz="1300">
                <a:solidFill>
                  <a:schemeClr val="tx1"/>
                </a:solidFill>
              </a:rPr>
              <a:t xml:space="preserve"> Наивный порог — 1 482 ложных события за 20 мин; после настройки остаётся слепое пятно: ящик 0,5 м найден в 1 из 6 подходов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рельсе.</a:t>
            </a:r>
            <a:r>
              <a:rPr lang="ru-RU" sz="1300">
                <a:solidFill>
                  <a:schemeClr val="tx1"/>
                </a:solidFill>
              </a:rPr>
              <a:t xml:space="preserve"> Кластеризуем целиком: 2 → 125 из 126 кадров на кэше 1 см; через узел ROS — STOP в 123 из 126, один GO в кадре 111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Ложные STOP у платформ; «мнение» может отложить сомнительный STOP не более чем на 10 обработанных кадров (~1 с при 10 Гц, ~2 с при 5 Гц)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Мелкие объекты вдали.</a:t>
            </a:r>
            <a:r>
              <a:rPr lang="ru-RU" sz="1300">
                <a:solidFill>
                  <a:schemeClr val="tx1"/>
                </a:solidFill>
              </a:rPr>
              <a:t xml:space="preserve"> На 60–115 м всего 2–4 точки от куба; STOP для кубов 0,3 м — только с 43–56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У края габарита.</a:t>
            </a:r>
            <a:r>
              <a:rPr lang="ru-RU" sz="1300">
                <a:solidFill>
                  <a:schemeClr val="tx1"/>
                </a:solidFill>
              </a:rPr>
              <a:t xml:space="preserve"> STOP лишь с 35 и 18 м; висящий предмет 5 см — с 30 м (синтетика организаторов)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проверенных ориентаций вокруг вертикальной оси; крен и тангаж по рельсам и полотну; не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Свежесть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нет актуального статуса → FAULT или удержание STOP; потребитель проверяет /resense/status своим таймером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750+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2,5 ложных события на км (на данных, где подбирались правила; на невиданных кусках поездки — 2,8); ящик организаторов — с 98 м; 750+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«мнение» о треке — переобучить на реальных препятствиях; ответ организаторов: габарит от рельсов или от оси лидара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2; адаптер к торможению ещё нужно разработать и проверить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(от рельсов — 58; остальные — по оси лидара, от которой меряют организаторы)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(32 за 13 км) — на ней же подбирались правила; на кусках поездки, которых модель не видела, — 2,8 на км (измерено)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— 61 из 61 кадра (от рельсов — 58), ошибка ≤ 0,23 м; предмет на рельсе — STOP в 123 из 126 кадров через узел ROS (один GO; на кэше 1 см — 125)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на данных настройки правил): поездка 13 км — 32 события (без «мнения» — 43; на кусках, которых модель не видела, — 37); пять пустых записей —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87 м, у края — с 35 и 18 м; на новых местах [проверка заявлена заранее] — 723 из 2 458 кадров (было 544)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151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(p95, публикация кадра → решение, ROS в Docker): 360° — 87–118 мс, 120° — 54–64 мс на 4 vCPU Xeon 2,1 ГГц; 60 и 37 мс на раннере CI; без GPU; стенд i7-9700E не измерен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ближе 60 м на прямой точка в габарите и по оси лидара, от которой ставили объекты (−0,24° к рельсам; вопрос открыт); от рельсов габарит не сужается. GO с дальностью контроля за объектом — 16 кадров (было 46); ложный STOP: 9 кадров у ящика снаружи (126–142 м), 0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(прогон гейта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При 80 км/ч и замедлении 1–1,3 м/с²: 190–250 м без задержек. Тоннель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требует размеченных препятствий; качество таких моделей на наших тоннелях не измерялось. Сравнение с картой требует локализации и повторного проезда.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искать препятствия в габарите поезда 2,1 × 3,0 м. Ось строится по рельсам, полотну и стенам без карты; обученное «мнение» может отложить сомнительный STOP. Есть пропуски и ложные тревоги.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и «мнение» о треке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