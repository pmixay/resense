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</c:v>
                </c:pt>
                <c:pt idx="1">
                  <c:v>95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работаем со своими правками: детектор меняется только по процедуре — приёмочный тест, полный гейт без исключений, независимое ревью, печать (docs/DETECTOR_FREEZE.md). Завершение F1a независимое ревью отклонило — оно скрывало объекты 5–20 см над головкой рельса в синтетических сценах, — и мы его откатили; K1/K2 не прошли приёмку и выключены.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1.3.0 — релиз готовится; печать детектора 1.3.0 (42 файла, digest 853a05b7…, detector_freeze verify PASS), байты детектора — коммит ed67d25; независимое ревью итогового пакета — ACCEPT WITH CONDITIONS, ни один истинный STOP не потерян и не задержан (docs/evidence/review_1.3.0_2026-10-22). Опубликованы v1.2.0 (20.10) и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(docs/evidence/falcon_head_check_2026-10-19).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[1.3.0]; docs/evidence/integration_1.3_2026-10-21/README.md; docs/evidence/review_1.3.0_2026-10-22/README.md;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1.3.0 даёт на этой записи те же числа, что гейт 29.09 (гейт печати 1.3.0 отличается от него только поездкой, пятью пустыми записями и висящим предметом 5 см, не этой записью). Источник чисел: docs/evidence/integration_1.3_2026-10-21/gate_release_ed67d25.json;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1.3.0 (образ 1.3.0, детектор — печать 1.3.0).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1.3.0.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 Falcon-бэг (432 кадра) проверен с настоящим ROS 2 на сервере моста на узле 1.2.0 (на 1.3.0 живой прогон не повторялся): все кадры обработаны, первый STOP через 23,2 с после play на 130,5 м при скорости 1,0 (при 0,5 — 42,9 с, дольше 30 с): играть со скоростью 1,0.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(эти числа на записи в гейте 1.3.0 те же, что в гейте 29.09; независимая оценка 13.10 воспроизвела). ~150 м: Falcon, профиль falcon_ros, 1.3.0: первый STOP по идущему человеку 150,5 м (v1.2.0: 127,3 м), удерживаемый с 129,4 м (было 123,0); по шести стартам 129,4–135,6 м (было 114,4–123,0); docs/evidence/review_1.3.0_2026-10-22/README.md. ≈ 0,04 м: дрожание видимого (рисуемого) края габарита между кадрами, не оси детектора;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25 событий / 29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1.3.0 решения иные: в гейте 1.3.0 пять пустых записей дают 7 событий (было 8 в гейте 29.09), поездка — 25 (было 27; в v1.2.0 — 23: +2 события и +3 эпизода STOP — цена K2, пять пустых записей +0). Falcon, профиль falcon_ros: ложных эпизодов STOP 0 (v1.2.0: 3). 10 Гц: Falcon — детектор 21 мс на кадр в 1.2.0, медиана (docs/evidence/falcon_head_check_2026-10-19); в 1.3.0 время кадра выросло: K2 +25–38 % на Pandar, Falcon +40–54 % по медиане (общая машина, не тихий замер);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95 м; кривая в двухпутный участок — 71 м. На кривых ось пути отстаёт от поворота (наша кривизна −0,0006…−0,0011 против −0,0025 1/м по трём независимым свидетелям, docs/evidence/gauge_stability_2026-10-18/README.md); в 1.3.0 включён K2 — второй габарит по совместной форме рельсов и стен на кривой, он только добавляет препятствия. Кривые: 52 → 71 м и 83 → 95 м; при том же положении объекта 46.49 → 71.19 м и 76.89 → 94.58 м; прямая и платформа не изменились. Все 37 заданий перезапущены на 1.3.0 и на свежем v1.2.0; при одинаковом положении объекта потерянных кадров STOP нет (docs/evidence/integration_1.3_2026-10-21/README.md). С v1.0.0 кривая с гермозатвором: 74 → 95 м. Источник метода: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35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Гейт 1.3.0 (печать 1.3.0; build_deck.py --check-gate docs/evidence/integration_1.3_2026-10-21/gate_release_ed67d25.json → GATE matches, 22.10): от гейта 29.09 отличаются поездка (25 событий вместо 27), пять пустых записей (7 вместо 8) и висящий предмет 5 см (с 35 м вместо 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 (эти числа — 1.1.0 / 1.2.0, путь manual). 1.3.0, профиль falcon_ros: дальний габарит продлевает подтверждённую прямую за полотно — первый STOP 150,5 м (v1.2.0: 127,3), удерживаемый с 129,4 м (было 123,0), по шести стартам 129,4–135,6 м (было 114,4–123,0); ложных эпизодов STOP 0 (было 3); кадров STOP с «чистой дистанцией» дальше объекта 0 (было 570) (docs/evidence/review_1.3.0_2026-10-22). Живой ros2 bag play демо-бэга при скорости 1,0 проверен на узле 1.2.0: первый STOP на 130,5 м через 23,2 с (docs/evidence/falcon_ros_demo_2026-10-21); на 1.3.0 живой прогон не повторялся. Человек виден лидару с ~249 м (5–8 точек).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1.3.0 улучшено частично (H1: на синтетике 82 → 114 из 177, 63 пропуска остаются; независимая приёмка заблокирована — при ложной паре рельсов бывают ложные core и STOP, docs/evidence/h1_publication_2026-10-20). Кривые: ось пути отстаёт от поворота; K2 в {_V} поднял первый STOP до 71–95 м (было 52–83). Ложные STOP: судья 13.10 — 36 эпизодов за 1 430 с пустого тоннеля (≈91 в час), CAUTION на 43 % пустых кадров (v1.0.0; на этих записях гейт 1.3.0 даёт 7 событий на пустых записях и 25 на поездке);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35 м. Известные ограничения 1.3.0: вблизи Falcon (кадры 4373–4414, объект 2,5–7 м) объект по-прежнему не STOP; «чистая дистанция» там теперь обнуляется, когда модель полотна уходит от плоскости крепления: кадров, где она лежала дальше объекта, 4 вместо 38 (docs/evidence/falcon_clear_distance_2026-10-21); защита стрелочного перевода дальнего диапазона пропускает проходимые проёмы — задокументировано; ошибка высоты лидара +0,8 м на 5 м может скрыть новое висящее тело (B4, docs/evidence/p3_review_response_2026-10-20). Как мы работаем со своими правками: завершение F1a (локальная опорная линия рельса) независимое ревью нашло небезопасным — оно скрывало объекты 5–20 см над головкой рельса в синтетических сценах, — и мы его откатили (docs/evidence/f1a_completion_review_2026-10-20); цена ремонта F1a на поездке принята.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полный набор 1.3.0 — 2 585 прошли, 0 упали, 8 требуют записей (22.10); облачный CI — все задачи зелёные (печать, тесты, образ, ROS 2, офлайн-сборка, веб). В 1.3.0: дальность Falcon (первый STOP 150,5 м), кривые 71–95 м, верная «чистая дистанция». В работе, без результатов: высокие узкие объекты (H1), человек на платформе, Falcon вблизи, устойчивость к пыли, меньше ложных STOP (F1), скорость кадра. 1.3.0: релиз готовится.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Узел ROS 2, Docker и питч; интерфейс и визуализация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Алгоритм: модель пути и габарит;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@velikolepenlil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@n4vsegda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@likikikpa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@vroan73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роли, один репозиторий, с 15 сентября: два лидара, 2 585 тестов, правки — через гейт.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Мало реальных препятствий: синтетику проверяем на реальных фонах. Свою правку отклонили и откатили: ревью нашло скрытый объект.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Результат измерим: дальность, габарит, ложные тревоги. Классификатор не нужен — ищем лишнее в нормальном тоннеле.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1.3.0 (релиз готовится);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высокие узкие объекты, пыль, Falcon вблизи,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1.3.0.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~150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 · Falcon (было ~127)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≈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показанного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71–95 м (было 52–83)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1,9 на км (25 событий за 13 км, в выборке)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Pandar 360° — p95 111 мс; 1.3.0 до +54 %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71–95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K2: габарит по кривой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95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Измерено на 1.3.0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тот же объект: +25 и +18 м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1.3.0 (печать 1.3.0).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Первый STOP с 150,5 м (было 127,3); держится с 129,4–135,6 м (было 114,4–123,0)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Ложных эпизодов STOP: 0 (было 3); «чисто» за объектом: 0 кадров (было 570)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м, полотно — до ~150 м; дальний габарит продлевает прямую за полотно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чаще CAUTION, не STOP — улучшено частично (синтетика: 82 → 114 из 177)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K2 — первый STOP с 71–95 м (было 52–83); ось ещё отстаёт от поворота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35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2 585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Высокие узкие объекты (H1), человек на платформе, Falcon вблизи, меньше ложных STOP, скорость кадра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