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FF0053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18</c:v>
                </c:pt>
                <c:pt idx="2">
                  <c:v>35</c:v>
                </c:pt>
                <c:pt idx="3">
                  <c:v>56</c:v>
                </c:pt>
                <c:pt idx="4">
                  <c:v>43</c:v>
                </c:pt>
                <c:pt idx="5">
                  <c:v>87</c:v>
                </c:pt>
                <c:pt idx="6">
                  <c:v>98</c:v>
                </c:pt>
                <c:pt idx="7">
                  <c:v>111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99</c:v>
                </c:pt>
                <c:pt idx="3">
                  <c:v>124</c:v>
                </c:pt>
                <c:pt idx="4">
                  <c:v>151</c:v>
                </c:pt>
                <c:pt idx="5">
                  <c:v>151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реальных препятствий в данных почти нет. Мы описываем нормальный тоннель, а обученное мнение о треке работает на отрицательных примерах из поездок. Ложные остановки сократились, но остались; проверка на новых данных нужна.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четыре инженерные роли. Наше решение называется ReSense. Описываем нормальный тоннель и ищем препятствия в габарите; возможны пропуски и ложные тревоги. Историю команды капитан дополняет подтверждёнными данными.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ищем препятствия в габарите поезда. Работает в ROS 2 и Docker. Решает геометрия; обученная часть одна — «мнение» о треке, и оно может только отложить сомнительный STOP, не больше чем на 10 обработанных кадров за жизнь трека (~1 с при 10 Гц, ~2 с при 5 Гц, до ~3 с, пока узел догоняет очередь), но не отменить его. Задержку называем с машиной: p95 от публикации кадра до решения через ROS: 87–118 мс при 360° и 54–64 мс при 120° на 4 vCPU Xeon 2,1 ГГц; 60 и 37 мс на раннере CI; стенд организаторов мы не мерили.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Переносимость правил и обученного мнения на другой маршрут требует независимой проверки.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кадр. На одном ядре 4 vCPU Xeon 2,1 ГГц детектор тратит 24–31 мс в среднем (p95 34–47 мс);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держит, но не без пропусков: через узел ROS — STOP в 123 из 126 кадров, в кадре 111 (11,1 с) один раз GO, в двух кадрах CAUTION. Детектор заморожен, поэтому мы это не правили, а называем.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дашборд по статусу того же узла. Для исторического проигрывания нужен freshness_mode:=replay и поддерживаемая процедура из README. Потребителю недостаточно одного decision: проверяйте время действия /resense/status.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61 из 61 кадра, тревога с первого кадра в габарите; все добавленные кадры — от отсчёта по оси лидара, как у организаторов, по габариту от рельсов было бы 58. Предмет на рельсе через узел ROS — STOP в 123 из 126 кадров, так же офлайн на исходной записи; 125 — только на кэше с точками, округлёнными до 1 см. В кадре 111 узел один раз выдаёт GO, в двух кадрах — CAUTION; детектор заморожен, мы это называем, а не правим. Задержка — p95 от публикации кадра до решения через ROS: 87–118 мс при 360° и 54–64 мс при 120° на 4 vCPU Xeon 2,1 ГГц; 60 и 37 мс на раннере CI. Ложных событий в 20-минутной поездке — 2,5 на км, но это на тех же данных, где мы подбирали правила и откуда взяты отрицательные примеры «мнения» о треке; без «мнения» одни правила дают 43 события. Честную цифру мы измерили: каждую пару кусков поездки прогнали с моделью, которая их не видела, — 37 событий, 2,8 на км. На объектах организаторов большой ящик — с 98 м, кубы 30 см — с 43–56 м, у края — с 35 и 18 м. Проверка, на которой мы ничего не настраивали и которую заявили заранее, — те же объекты организаторов на новых местах: 723 из 2 458 кадров (было 544). Это новые сочетания знакомых форм и фонов, а не новые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151 м, медиана шести подходов. В пяти парных подходах — 150 м, а если ставить его по ближним рельсам, а не по нашей же дальней оси, — 154 м: пять пар на знакомых фонах не доказывают независимость. Со скоростью поезда — 167 м; свою скорость мы меряем по лидару с ошибкой 0,07 м/с, но раньше STOP она не даёт, поэтому это опция.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синтетика организаторов на использованных фонах, не скрытая проверка: поезд едет к объектам до 20 м/с. Большой ящик — с первого появления, 98 м; доска поперёк рельсов — с 87 м. Кубы 30 см — только с 43–56 м: на 60–115 м от них 2–4 точки в кадре. Висящий предмет 5 см — с 30 м; ящик у верха габарита — непрерывно с 111 м. У края — с 35 и 18 м; трек ящика у края — STOP с 28,7 м, а счётчик засчитывает кадры с 18 м: он ищет обнаружение в метре от центра двухметрового ящика. Организаторы ставили объекты от оси лидара, и ближе 60 м на прямой точку в габарите мы засчитываем и по ней. Габарит от рельсов при этом нигде не сужается — только добавляется; прирост есть потому, что организаторы меряют от оси, а вопрос, от рельсов или от оси, открыт: без этого куб у края — лишь с 5,2 м. Дальние слабые треки дали ящику у верха габарита и доске 111 и 87 м вместо 101 и 82. Ложный STOP у ящика снаружи габарита — 9 кадров подряд на 126–142 м, офлайн и через узел одинаково: обнаружение на его внутреннем крае. В шести из них это ближайшая дистанция решения, а ящик у края на 30–40 м ещё без STOP. Наш счётчик засчитывает 7 из них — в двух кадрах обнаружение на 2–3 см дальше его допуска 1 м, — а на кэше регрессионного гейта —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Калибруем поддерживаемое крепление и находим вход. При потере свежести — FAULT либо удержание STOP с последней дистанцией; потребителю нужен свой таймер статуса. Ложный STOP на пустой сцене больше не зависит от того, как узел получал кадры: в записанных историях узла — 0 (было 2), в стресс-тесте с пропусками и догонялками — 55 событий (было 78).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— только вблизи. «Мнение» о треке обучено на синтетике: непохожий реальный объект — мусор, лежащий человек — оно может задержать, но не больше 10 обработанных кадров за жизнь трека (~1 с при 10 Гц, ~2 с при 5 Гц, до ~3 с, пока узел догоняет очередь), не ближе 25 м и не для стоящего тела ≥ 1 м ближе 40 м; предел 25 м действует и по предсказанной дистанции, пока трек пропущен; STOP оно никогда не отменяет. Порог — половина наибольшего, который не задерживает ни одного отложенного синтетического объекта; без этого запаса было бы 25 событий в поездке и 33 на невиданных кусках — запас оставили ради безопасности. После независимой проверки первой версии (два независимых судьи) исправили три вещи: габарит стал объединением — от рельсов нигде не уже; задержку «мнения» ограничили; дальний слабый трек, пока не приближается, — CAUTION, а не скрыт.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 и замер на 8-ядерной машине: на 4 vCPU p95 при 360° доходит до периода кадра 100 мс.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Публикуем оценку дальности контроля; возможны пропуски объектов.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P1 — системный аналитик, ROS 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P1 — узел ROS 2 и Docker, P2 — интерфейс и питч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P3 — алгоритм, P4 — данные, метрики и тесты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Имена и контакты</a:t>
            </a:r>
            <a:r>
              <a:rPr lang="ru-RU">
                <a:solidFill>
                  <a:schemeClr val="tx1"/>
                </a:solidFill>
              </a:rPr>
              <a:t xml:space="preserve"> — в очной версии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Решает геометрия; обученное «мнение» о треке лишь откладывает сомнительный STOP — не больше 10 обработанных кадров (~1 с при 10 Гц).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Разработчик ПО (Python / JS)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RViz, Foxglove, веб-дашборд, разметка, видео, презентация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P2 · фронтенд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Инженер компьютерного зрения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модель пути, габарит, кластеры, трекинг, дальность, скорость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P3 · зрение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Специалист по данным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датасет, синтетические препятствия, разметка, метрики, тесты, CI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P4 · данные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  <p:txBody>
          <a:bodyPr/>
          <a:p/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  <p:txBody>
          <a:bodyPr/>
          <a:p/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  <p:txBody>
          <a:bodyPr/>
          <a:p/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  <p:txBody>
          <a:bodyPr/>
          <a:p/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Системный аналитик, ROS 2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требования, архитектура, узел ROS 2 и Docker, оценка, питч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P1 · капитан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Четыре инженерных направления — ROS 2 и интеграция, визуализация, компьютерное зрение, данные и тесты — собраны вокруг задачи контроля габарита тоннеля по 3D-лидару.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лидара; эти примеры оцениваются отдельно от реальных записей. Станции и стрелки давали ложные остановки — помогли ось по стенам, зона доверия и подтверждение 0,5 с. Записи разные (два топика, 120° и 360°, наклон крепления 3°) — узел сам находит вход и калибруется по рельсам.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В записях почти нет реальных препятствий, а станции и стрелки похожи на объекты. Поэтому система оценивает геометрию тоннеля и ищет препятствия в габарите; пропуски возможны и в пределах расчётной дальности контроля.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оценка дальности контроля,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 и «мнение» о треке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Кадр → решение через ROS, p95: 87–118 мс (360°) и 54–64 мс (120°) на 4 vCPU Xeon 2,1 ГГц, 60 и 37 мс на раннере CI; ядра на C++ сокращают время детектора на 38–57 %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61 из 61 кадра (от рельсов — 58), 2,5 ложных события на км поездки — на ней же подбирались правила (на кусках, которых модель не видела, — 2,8)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Только CPU: GPU оценили и не берём — выигрыш ≤ 30–45 мс на кадр, а контейнер с GPU не стартует без nvidia-container-toolkit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скорость поезда от одометрии — узел её уже принимает (своя оценка по лидару: ошибка 0,07 м/с, пока опция); опора высоты по своду тоннеля — мелкие объекты дальше 100 м; «мнение» о треке — переобучить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load → docker run → ros2 bag play или одной командой scripts/play_bag.sh; один файл параметров; стандартные сообщения ROS 2; адаптер торможения и проверка свежести — отдельный этап интеграции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61 из 61</a:t>
            </a:r>
            <a:r>
              <a:rPr lang="ru-RU" sz="1200">
                <a:solidFill>
                  <a:srgbClr val="1C1D22"/>
                </a:solidFill>
              </a:rPr>
              <a:t xml:space="preserve"> кадра внутри габарита (от рельсов — 58)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с первого кадра в габарите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рельсе: STOP в </a:t>
            </a:r>
            <a:r>
              <a:rPr lang="ru-RU" b="1" sz="1200">
                <a:solidFill>
                  <a:srgbClr val="1C1D22"/>
                </a:solidFill>
              </a:rPr>
              <a:t>123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через узел ROS (один GO; на кэше 1 см — 125)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единицы; мелкие предметы на полотне между рельсами (кубы 0,3 м; ящик 0,5 м найден в 1 из 6 подходов) — слепое пятно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125 из 126 кадров на кэше 1 см; на исходной записи и через узел ROS — 123, один кадр GO (кадр 111)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STOP; без рельсов в ближней зоне дальше 40 м — только предупреждение; «мнение» о треке может отложить сомнительный STOP — до 10 обработанных кадров за жизнь трека (~1 с при 10 Гц, ~2 с при 5 Гц, дольше при догоняющей обработке), не ближе 25 м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— ближе: кубы 0,3 м организаторов — только с 43–56 м (на 60–115 м — 2–4 точки)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Объекты организаторов у края и тонкие.</a:t>
            </a:r>
            <a:r>
              <a:rPr lang="ru-RU" sz="1300">
                <a:solidFill>
                  <a:schemeClr val="tx1"/>
                </a:solidFill>
              </a:rPr>
              <a:t xml:space="preserve"> Их объекты стоят от оси лидара (−0,24° к рельсам): ближе 60 м на прямой точку засчитываем и по ней — у края STOP с 35 и 18 м (габарит шире до 0,2 м, нигде не уже); висящий предмет 5 см — STOP только с 30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проверенных ориентаций вокруг вертикальной оси; крен и тангаж по рельсам и полотну; не любое крепление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Свежесть данных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нет актуального статуса → FAULT или удержание STOP; потребитель проверяет /resense/status своим таймером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750+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2,5 ложных события на км (на данных, где подбирались правила; на невиданных кусках поездки — 2,8); ящик организаторов — с 98 м; 750+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(своя по лидару — опция); «мнение» о треке — переобучить на реальных препятствиях; ответ организаторов: габарит от рельсов или от оси лидара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ros2 bag play или одной командой: scripts/play_bag.sh путь_к_бэгу [--archive resense-image-версия.tar.gz] — образ, узел, запись и каждая смена решения с дистанцией; один файл параметров; стандартные сообщения ROS 2; адаптер к торможению ещё нужно разработать и проверить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61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 (от рельсов — 58; остальные — по оси лидара, от которой меряют организаторы)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2,5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(32 за 13 км) — на ней же подбирались правила; на кусках поездки, которых модель не видела, — 2,8 на км (измерено)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— 61 из 61 кадра (от рельсов — 58), ошибка ≤ 0,23 м; предмет на рельсе — STOP в 123 из 126 кадров через узел ROS (один GO; на кэше 1 см — 125)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(реальные, на данных настройки правил): поездка 13 км — 32 события (без «мнения» — 43; на кусках, которых модель не видела, — 37); пять пустых записей — 11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ящик 2 × 2 м — с 98 м, доска — с 87 м, у края — с 35 и 18 м; на новых местах [проверка заявлена заранее] — 723 из 2 458 кадров (было 544)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синтетика]: первое подтверждение 151 м (в 5 парах: 150 → 154 м от ближних рельсов), в каждой полосе 10 м — со 115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(p95, публикация кадра → решение, ROS в Docker): 360° — 87–118 мс, 120° — 54–64 мс на 4 vCPU Xeon 2,1 ГГц; 60 и 37 мс на раннере CI; без GPU; стенд i7-9700E не измерен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у 8 из 8, у края — с 18–35 м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87 м; кубы 0,3 м — с 43–56 м. На новых местах (72 случая, проверка заявлена заранее) — 723 из 2 458 кадров (было 544); на том же фоне без объекта — 0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кадре: дальше 60 м трек начинаем и с 4, но STOP — только если объект приближается, иначе CAUTION; ящик у верха габарита — STOP в 56 из 124 кадров — непрерывно с 111 м, дальше CAUTION или ничего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Ограничения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ближе 60 м на прямой точка в габарите и по оси лидара, от которой ставили объекты (−0,24° к рельсам; вопрос открыт); от рельсов габарит не сужается. GO с дальностью контроля за объектом — 16 кадров (было 46); ложный STOP: 9 кадров у ящика снаружи (126–142 м), 0 вне объектов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м; своя скорость по лидару (ошибка 0,07 м/с) STOP раньше не даёт — опция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человек в ≥ 90 % кадров каждой полосы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 (прогон гейта 27.09; ящик 30 см и предмет поперёк рельса — 24.09);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При 80 км/ч и замедлении 1–1,3 м/с²: 190–250 м без задержек. Тоннель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требует размеченных препятствий; качество таких моделей на наших тоннелях не измерялось. Сравнение с картой требует локализации и повторного проезда.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искать препятствия в габарите поезда 2,1 × 3,0 м. Ось строится по рельсам, полотну и стенам без карты; обученное «мнение» может отложить сомнительный STOP. Есть пропуски и ложные тревоги.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вертикальная ось вращения; ориентация и наклон —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и «мнение» о треке → GO / CAUTION / STOP / FAULT и дальность контроля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оценка дальности контроля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640000"/>
            <a:ext cx="9770000" cy="6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load → docker run → ros2 bag play → /resense/decision</a:t>
            </a:r>
          </a:p>
          <a:p>
            <a:pPr algn="ctr">
              <a:spcBef>
                <a:spcPts val="400"/>
              </a:spcBef>
            </a:pPr>
            <a:r>
              <a:rPr lang="ru-RU" sz="1200">
                <a:solidFill>
                  <a:srgbClr val="520978"/>
                </a:solidFill>
              </a:rPr>
              <a:t>или одной командой: scripts/play_bag.sh путь_к_бэгу [--archive resense-image-версия.tar.gz]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