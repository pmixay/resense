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83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работаем со своими правками: детектор меняется только по процедуре — приёмочный тест, полный гейт без исключений, независимое ревью, печать (docs/DETECTOR_FREEZE.md). Завершение F1a независимое ревью отклонило — оно скрывало объекты 5–20 см над головкой рельса в синтетических сценах, — и мы его откатили; K1/K2 не прошли приёмку и выключены.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и развиваем 1.2.0 — релиз готовится; печать детектора R3 (40 файлов, digest 6d091081…, detector_freeze verify PASS), байты детектора — коммит f56ad5e; завершение F1a отклонено независимым ревью и откатено 20.10. 1.1.0 не выпускалась (решение капитана 19.10). Опубликован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(docs/evidence/falcon_head_check_2026-10-19).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[1.2.0]; docs/evidence/b4_merge_reseal_2026-10-18/README.md; docs/evidence/version_1.2.0_2026-10-18/README.md;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1.2.0 даёт на этой записи те же числа, что гейт 29.09 (гейт печати R3 отличается от него только поездкой, пятью пустыми записями и висящим предметом 5 см, не этой записью). Источник чисел: docs/evidence/r3_completion_2026-10-20/gate-a-candidate.json;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1.2.0 (образ релиза, детектор — печать R3).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1.2.0.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(эти числа на записи в гейте 1.2.0 те же, что в гейте 29.09; независимая оценка 13.10 воспроизвела). ~125 м: Falcon, первый STOP по идущему человеку — 124,8 м на 297 с (проверка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docs/evidence/p4_review_final_bundle_2026-10-20). ≈ 0,04 м: дрожание видимого (рисуемого) края габарита между кадрами, не оси детектора;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23 событий / 26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1.2.0 решения иные: в гейте 1.2.0 пять пустых записей дают 7 событий (было 8 в гейте 29.09), поездка — 23 (было 27). Falcon: 12 ложных кадров STOP за 444 с. 10 Гц: Falcon — детектор 21 мс на кадр, медиана (docs/evidence/falcon_head_check_2026-10-19);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83 м; кривая в двухпутный участок — 52 м. На кривых объект виден раньше, но ось пути отстаёт от поворота (наша кривизна −0,0006…−0,0011 против −0,0025 1/м по трём независимым свидетелям, docs/evidence/gauge_stability_2026-10-18/README.md); исправление оси (K1/K2) не прошло приёмку и выключено в 1.2.0 (решение капитана 20.10, docs/evidence/k1_k2_review_2026-10-20); работа после питча. С v1.0.0 изменилась только кривая с гермозатвором: 74 → 83 м. 1.2.0 относительно 1.1.0: на печати B4 (18.10) полный гейт и X3 (40 случаев, 29 765 строк) совпадали во всех не-временных выходах (docs/evidence/b4_merge_reseal_2026-10-18/README.md); с тех пор добавлены F1a, L16, R3 и H1 — поездка в гейте 23 событий вместо 27, висящий предмет 5 см — с 35 м; сами задания дальности на 1.2.0 не перезапускались. Источник: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35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Гейт 1.2.0 (печать R3; build_deck.py --check-gate docs/evidence/r3_completion_2026-10-20/gate-a-candidate.json → GATE matches, 20.10): от гейта 29.09 отличаются поездка (23 событий вместо 27), пять пустых записей (7 вместо 8) и висящий предмет 5 см (с 35 м вместо 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м. 300 м: человек виден лидару с ~249 м (5–8 точек), а первый STOP — с ~125 м; работа над дальностью Falcon идёт, результата пока нет.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1.2.0 улучшено частично (H1: на синтетике 82 → 114 из 177, 63 пропуска остаются; независимая приёмка заблокирована — при ложной паре рельсов бывают ложные core и STOP, docs/evidence/h1_publication_2026-10-20). Кривые: ось пути отстаёт от поворота, первый STOP 52–83 м; исправление оси (K1/K2) не прошло приёмку и выключено в 1.2.0. Ложные STOP: судья 13.10 — 36 эпизодов за 1 430 с пустого тоннеля (≈91 в час), CAUTION на 43 % пустых кадров (v1.0.0; на этих записях гейт 1.2.0 даёт 7 событий на пустых записях и 23 на поездке);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35 м. Известные ограничения 1.2.0: вблизи Falcon (кадры 4373–4414, объект 2,5–7 м) в 38 кадрах «чистая дистанция» детектора 3–40 м лежит дальше объекта при решении CAUTION — это оценка, не подтверждение отсутствия препятствия (docs/evidence/falcon_clear_limit_2026-10-20); ошибка высоты лидара +0,8 м на 5 м может скрыть новое висящее тело (B4, docs/evidence/p3_review_response_2026-10-20). Как мы работаем со своими правками: завершение F1a (локальная опорная линия рельса) независимое ревью нашло небезопасным — оно скрывало объекты 5–20 см над головкой рельса в синтетических сценах, — и мы его откатили (docs/evidence/f1a_completion_review_2026-10-20); цена ремонта F1a на поездке принята.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2 387 из 2 387 тестов полного набора в CI-подобной конфигурации на байтах f56ad5e (8 тестов требуют записей), независимый прогон 20.10, docs/evidence/p4_review_final_bundle_2026-10-20/README.md; 1 969 на aec88d2 19.10, docs/evidence/falcon_head_check_2026-10-19/out/tests.txt. В работе, без результатов: габарит синхронно с поворотом (K1/K2 выключены в 1.2.0), устойчивость к пыли, дальность Falcon к 300 м, меньше ложных STOP (F1). 1.2.0: релиз готовится; облачный CI (печать, тесты, образ, офлайн-сборка) зелёный.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Узел ROS 2, Docker и питч; интерфейс и визуализация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Алгоритм: модель пути и габарит;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@velikolepenlil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@n4vsegda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@likikikpa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@vroan73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роли, один репозиторий, с 15 сентября: два лидара, 2 387 тестов, правки — через гейт.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Мало реальных препятствий: синтетику проверяем на реальных фонах. Свою правку отклонили и откатили: ревью нашло скрытый объект.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Результат измерим: дальность, габарит, ложные тревоги. Классификатор не нужен — ищем лишнее в нормальном тоннеле.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1.2.0 (релиз готовится);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габарит на поворотах, пыль, 300 м,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1.2.0.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~125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STOP: человек идёт к поезду · Falcon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≈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показанного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1,8 на км (23 события за 13 км, в выборке)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Falcon — 21 мс/кадр; Pandar 360° — p95 111 мс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ось отстаёт от поворота — в работе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83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Измерено на 1.1.0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 1.2.0 не перезапускали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1.2.0 (печать R3).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Предупреждение со 139–156 м, STOP с ~125 м; от 100 до 20 м — STOP в каждом кадре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12 кадров STOP за 444 с; CAUTION 69 %. Вблизи (2,5–7 м) 38 кадров: «чисто» дальше объекта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 (5–8 точек), полотно — до ~150 м; дальность — в работе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чаще CAUTION, не STOP — улучшено частично (синтетика: 82 → 114 из 177)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ось отстаёт от поворота; первый STOP с 52–83 м — исправление (K1/K2) вне 1.2.0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35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2 387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Габарит по повороту (K1/K2 вне 1.2.0), пыль, дальность Falcon к 300 м, меньше ложных STOP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