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ReSense, четверо друзей из одного лицея; на конкурсы всегда выходим этим составом. Одной фразой о решении: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GPU и без обучения на объектах.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Дальше 210 м датчик не возвращает ни одной точки — поэтому 300 м недостижимы этим лидаром; честно говорим об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124 из 126. Ложных событий в 20-минутной поездке — 3,6 на км, почти вдвое меньше, чем в v0.6.1, и меньше в 12 из 13 частей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в 90 % кадров — со 149 м. Со скоростью поезда — 167 м. Мелкие предметы на головке рельса — с 42–49 м.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опора высоты по своду и замер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ReSense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«ReSense»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«ReSense»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стенда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Дальше 210 м во всех данных нет ни одной точки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124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124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198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198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≤ 0,23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124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устойчиво со 115 м (≥ 90 % кадров в каждой полосе 10 м), первое подтверждение ~148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детектора 42–64 мс на кадр (p95 ≤ 78 мс); через ROS в Docker 65 мс (120°) и ~96 мс (360°);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 данных нет ни одной точки: это предел сенсора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воспроизведение results.jsonl (живой узел — через rosbridge, ставится отдельно)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ReSense</dc:creator>
  <cp:lastModifiedBy>Команда ReSense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