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10</c:v>
                </c:pt>
                <c:pt idx="2">
                  <c:v>5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23–31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STOP у всех восьми, но у края — лишь 2 и 6 кадров,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верха габарита — непрерывно с 101 м; у края — STOP лишь в 2 и 6 кадрах: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вблизи, у края — лишь в нескольких кадрах.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описывает геометрию тоннеля и проверяет, подтверждён ли свободный габарит.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23–31 мс на кадр (p95 ≤ 42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 (правила решались на ней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— STOP лишь с 10 м (6 кадров):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635+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 (на данных, где решались правила); ящик организаторов — с 98 м; 635+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(45 за 13 км; правила решались на ней же)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(реальные; правила решались на этих же записях): поездка 13 км — 45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м; у края — лишь 2 и 6 кадров STOP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23–31 мс на кадр (p95 ≤ 42 мс) на одном ядре с ядрами на C++; через ROS в Docker на 4 ядрах — p95 58–81 мс при 10 кадрах/с;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лишь вблизи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в 51 из 124 кадров — непрерывно с 101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краевые объекты дают лишь 2 и 6 STOP кадров;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