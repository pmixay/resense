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1353261129492993"/>
          <c:y val="0.12693525390367644"/>
          <c:w val="0.86424170750053264"/>
          <c:h val="0.66747142271661164"/>
        </c:manualLayout>
      </c:layout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cat>
            <c:strRef>
              <c:f>Sheet1!$A$2:$A$7</c:f>
              <c:strCache>
                <c:ptCount val="6"/>
                <c:pt idx="0">
                  <c:v>ящик 30 см на рельсе</c:v>
                </c:pt>
                <c:pt idx="1">
                  <c:v>предмет поперёк рельса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49</c:v>
                </c:pt>
                <c:pt idx="1">
                  <c:v>46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GPU и без обучения на объектах.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Дальше 210 м датчик не возвращает ни одной точки — поэтому 300 м недостижимы этим лидаром; честно говорим об этом.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42–64 мс в среднем.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124 из 126. Ложных событий в 20-минутной поездке — 3,6 на км, почти вдвое меньше, чем в v0.6.1, и меньше в 12 из 13 частей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в 90 % кадров — со 149 м. Со скоростью поезда — 167 м. Мелкие предметы на головке рельса — с 42–49 м.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опора высоты по своду и замер на стенде.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стенда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scikit-learn), только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42–64 мс на кадр (p95 ≤ 78 мс), одно ядро CPU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3,6 ложных события на км поездки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опора высоты по своду тоннеля — мелкие объекты дальше 100 м; накопление кадров со скоростью поезда; дообучение «второго мнения»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build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Дальше 210 м во всех данных нет ни одной точки</a:t>
            </a:r>
            <a:r>
              <a:rPr lang="ru-RU" sz="1300">
                <a:solidFill>
                  <a:schemeClr val="tx1"/>
                </a:solidFill>
              </a:rPr>
              <a:t>: 300 м этим лидаром физически недостижимы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124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124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тревожат не дальше ~100 м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Записи разные.</a:t>
            </a:r>
            <a:r>
              <a:rPr lang="ru-RU" sz="1300">
                <a:solidFill>
                  <a:schemeClr val="tx1"/>
                </a:solidFill>
              </a:rPr>
              <a:t xml:space="preserve"> Топик, frame_id, 120° и 360°, наклон стенда 3° — узел сам находит вход и калибруется по рельсам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мало точек, закрытый обзор, потеря рельсов, задержка → FAULT и честная свободная дистанция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198 тестов;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3,6 ложных события на км; 198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опора высоты по своду тоннеля — мелкие объекты дальше 100 м; скорость поезда в узел; «второе мнение» на реальных препятствиях; замер на i7-9700E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build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3,6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(47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пути</a:t>
            </a:r>
            <a:r>
              <a:rPr lang="ru-RU" sz="1200">
                <a:solidFill>
                  <a:schemeClr val="tx1"/>
                </a:solidFill>
              </a:rPr>
              <a:t xml:space="preserve"> (реальная запись): 58 из 61 кадров, тревога через 0,3 с, ошибка ≤ 0,23 м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Предмет на рельсе</a:t>
            </a:r>
            <a:r>
              <a:rPr lang="ru-RU" sz="1200">
                <a:solidFill>
                  <a:schemeClr val="tx1"/>
                </a:solidFill>
              </a:rPr>
              <a:t xml:space="preserve"> (реальная): 124 из 126 кадров после ухода человека (v0.6.1: 2)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остановки:</a:t>
            </a:r>
            <a:r>
              <a:rPr lang="ru-RU" sz="1200">
                <a:solidFill>
                  <a:schemeClr val="tx1"/>
                </a:solidFill>
              </a:rPr>
              <a:t xml:space="preserve"> поездка 13 км — 47 событий, пять пустых записей — 20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[синтетика]: устойчиво со 115 м (≥ 90 % кадров в каждой полосе 10 м), первое подтверждение ~148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детектора 42–64 мс на кадр (p95 ≤ 78 мс); через ROS в Docker 65 мс (120°) и ~96 мс (360°); одно ядро CPU,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300 м — предел лидара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 данных нет ни одной точки: это предел сенсора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~149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900000"/>
            <a:ext cx="58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подходов,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Веб-дашборд: воспроизведение results.jsonl (живой узел — через rosbridge, ставится отдельно) — решение, дистанция, детекции, исправность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_doubleT_obstacle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5669" b="5669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build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