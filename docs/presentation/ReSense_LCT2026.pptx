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8A83D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пропущен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пропущен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только CAUTION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34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42–64 мс в среднем на одном ядре; необязательные ядра на C++ сокращают время детектора на 38–57 % с тем же выходом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124 из 126. Ложных событий в 20-минутной поездке — 3,6 на км, почти вдвое меньше, чем в v0.6.1. На объектах самих организаторов большой ящик — с 98 м, кубы 30 см — только с 34–43 м; два объекта пропускаем,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м; если ставить его по ближним рельсам, а не по нашей же дальней оси, — 154 м, то есть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34–43 м: на 60–115 м от них 2–4 точки в кадре. Висящий предмет 5 см и ящик у края габарита мы пропускаем: их ставили от оси лидара, а наш габарит идёт по рельсам. Говорим об этом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и у края — пропускаем.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42–64 мс на кадр (p95 ≤ 78 мс) на одном ядре; ядра на C++ сокращают время детектора на 38–57 %, выход тот же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3,6 ложных события на км поездки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build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124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124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34–43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пропущен: их объекты стоят от оси лидара (−0,24° к рельсам), наш габарит — от рельсов; висящий предмет 5 см даёт 1–4 точки — не кандидат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мало точек, закрытый обзор, потеря рельсов, задержка → FAULT и честная свободная дистанция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266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3,6 ложных события на км; ящик организаторов — с 98 м; 266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замер на 8-ядерной машине команды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build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3,6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(47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124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(реальные): поездка 13 км — 47 событий, пять пустых записей — 20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34–43 м; висящий 5 см и ящик у края — пропущены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42–64 мс на кадр (p95 ≤ 78 мс) на одном ядре; ядра на C++ сокращают время детектора на 38–57 %, выход тот же;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— 5 из 8 объектов в габарите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34–43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лишь в 12 из 124 кадров, чаще CAUTION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Пропущены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висящий предмет 5 см: в габарите 1–4 точки; ящик 2 × 2 м у края: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~149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путь свободен до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build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