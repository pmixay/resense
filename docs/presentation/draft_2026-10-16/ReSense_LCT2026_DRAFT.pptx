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handoutMasterIdLst>
    <p:handoutMasterId r:id="rId40"/>
  </p:handoutMasterIdLst>
  <p:sldIdLst>
    <p:sldId id="365" r:id="rId8"/>
    <p:sldId id="366" r:id="rId9"/>
    <p:sldId id="362" r:id="rId10"/>
    <p:sldId id="364" r:id="rId11"/>
    <p:sldId id="375" r:id="rId12"/>
    <p:sldId id="268" r:id="rId25"/>
    <p:sldId id="369" r:id="rId13"/>
    <p:sldId id="267" r:id="rId26"/>
    <p:sldId id="372" r:id="rId14"/>
    <p:sldId id="270" r:id="rId28"/>
    <p:sldId id="262" r:id="rId21"/>
    <p:sldId id="266" r:id="rId23"/>
    <p:sldId id="263" r:id="rId22"/>
    <p:sldId id="371" r:id="rId17"/>
    <p:sldId id="370" r:id="rId16"/>
    <p:sldId id="374" r:id="rId18"/>
    <p:sldId id="376" r:id="rId24"/>
    <p:sldId id="377" r:id="rId20"/>
  </p:sldIdLst>
  <p:sldSz cx="12192000" cy="6858000"/>
  <p:notesSz cx="6858000" cy="9144000"/>
  <p:defaultTextStyle>
    <a:defPPr>
      <a:defRPr lang="ru-RU"/>
    </a:defPPr>
    <a:lvl1pPr marL="0" algn="l" defTabSz="914220" rtl="0" eaLnBrk="1" latinLnBrk="0" hangingPunct="1">
      <a:defRPr sz="1800" kern="1200">
        <a:solidFill>
          <a:schemeClr val="tx1"/>
        </a:solidFill>
        <a:latin typeface="+mn-lt"/>
        <a:ea typeface="+mn-ea"/>
        <a:cs typeface="+mn-cs"/>
      </a:defRPr>
    </a:lvl1pPr>
    <a:lvl2pPr marL="457110" algn="l" defTabSz="914220" rtl="0" eaLnBrk="1" latinLnBrk="0" hangingPunct="1">
      <a:defRPr sz="1800" kern="1200">
        <a:solidFill>
          <a:schemeClr val="tx1"/>
        </a:solidFill>
        <a:latin typeface="+mn-lt"/>
        <a:ea typeface="+mn-ea"/>
        <a:cs typeface="+mn-cs"/>
      </a:defRPr>
    </a:lvl2pPr>
    <a:lvl3pPr marL="914220" algn="l" defTabSz="914220" rtl="0" eaLnBrk="1" latinLnBrk="0" hangingPunct="1">
      <a:defRPr sz="1800" kern="1200">
        <a:solidFill>
          <a:schemeClr val="tx1"/>
        </a:solidFill>
        <a:latin typeface="+mn-lt"/>
        <a:ea typeface="+mn-ea"/>
        <a:cs typeface="+mn-cs"/>
      </a:defRPr>
    </a:lvl3pPr>
    <a:lvl4pPr marL="1371329" algn="l" defTabSz="914220" rtl="0" eaLnBrk="1" latinLnBrk="0" hangingPunct="1">
      <a:defRPr sz="1800" kern="1200">
        <a:solidFill>
          <a:schemeClr val="tx1"/>
        </a:solidFill>
        <a:latin typeface="+mn-lt"/>
        <a:ea typeface="+mn-ea"/>
        <a:cs typeface="+mn-cs"/>
      </a:defRPr>
    </a:lvl4pPr>
    <a:lvl5pPr marL="1828439" algn="l" defTabSz="914220" rtl="0" eaLnBrk="1" latinLnBrk="0" hangingPunct="1">
      <a:defRPr sz="1800" kern="1200">
        <a:solidFill>
          <a:schemeClr val="tx1"/>
        </a:solidFill>
        <a:latin typeface="+mn-lt"/>
        <a:ea typeface="+mn-ea"/>
        <a:cs typeface="+mn-cs"/>
      </a:defRPr>
    </a:lvl5pPr>
    <a:lvl6pPr marL="2285549" algn="l" defTabSz="914220" rtl="0" eaLnBrk="1" latinLnBrk="0" hangingPunct="1">
      <a:defRPr sz="1800" kern="1200">
        <a:solidFill>
          <a:schemeClr val="tx1"/>
        </a:solidFill>
        <a:latin typeface="+mn-lt"/>
        <a:ea typeface="+mn-ea"/>
        <a:cs typeface="+mn-cs"/>
      </a:defRPr>
    </a:lvl6pPr>
    <a:lvl7pPr marL="2742658" algn="l" defTabSz="914220" rtl="0" eaLnBrk="1" latinLnBrk="0" hangingPunct="1">
      <a:defRPr sz="1800" kern="1200">
        <a:solidFill>
          <a:schemeClr val="tx1"/>
        </a:solidFill>
        <a:latin typeface="+mn-lt"/>
        <a:ea typeface="+mn-ea"/>
        <a:cs typeface="+mn-cs"/>
      </a:defRPr>
    </a:lvl7pPr>
    <a:lvl8pPr marL="3199765" algn="l" defTabSz="914220" rtl="0" eaLnBrk="1" latinLnBrk="0" hangingPunct="1">
      <a:defRPr sz="1800" kern="1200">
        <a:solidFill>
          <a:schemeClr val="tx1"/>
        </a:solidFill>
        <a:latin typeface="+mn-lt"/>
        <a:ea typeface="+mn-ea"/>
        <a:cs typeface="+mn-cs"/>
      </a:defRPr>
    </a:lvl8pPr>
    <a:lvl9pPr marL="3656877" algn="l" defTabSz="91422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Информация" id="{9FA27940-A45B-471D-96EC-3FCE80AE8A9B}">
          <p14:sldIdLst>
            <p14:sldId id="333"/>
            <p14:sldId id="326"/>
            <p14:sldId id="327"/>
            <p14:sldId id="367"/>
            <p14:sldId id="325"/>
            <p14:sldId id="355"/>
          </p14:sldIdLst>
        </p14:section>
        <p14:section name="Обязательные слайды" id="{248E5CD8-1028-4246-90C7-3263F7F286D3}">
          <p14:sldIdLst>
            <p14:sldId id="365"/>
            <p14:sldId id="366"/>
            <p14:sldId id="362"/>
            <p14:sldId id="364"/>
            <p14:sldId id="375"/>
          </p14:sldIdLst>
        </p14:section>
        <p14:section name="Шаблоны слайдов" id="{24401F80-F81B-49C3-8D55-70A14F0BF8FF}">
          <p14:sldIdLst>
            <p14:sldId id="369"/>
            <p14:sldId id="372"/>
            <p14:sldId id="373"/>
            <p14:sldId id="370"/>
            <p14:sldId id="371"/>
            <p14:sldId id="374"/>
            <p14:sldId id="260"/>
            <p14:sldId id="261"/>
            <p14:sldId id="262"/>
            <p14:sldId id="263"/>
            <p14:sldId id="266"/>
            <p14:sldId id="264"/>
            <p14:sldId id="268"/>
            <p14:sldId id="267"/>
            <p14:sldId id="269"/>
            <p14:sldId id="270"/>
            <p14:sldId id="271"/>
            <p14:sldId id="272"/>
          </p14:sldIdLst>
        </p14:section>
        <p14:section name="Материалы" id="{0F84D0DE-CEB1-417E-B269-8B3EB04B5FA6}">
          <p14:sldIdLst>
            <p14:sldId id="338"/>
            <p14:sldId id="368"/>
            <p14:sldId id="341"/>
            <p14:sldId id="342"/>
            <p14:sldId id="343"/>
            <p14:sldId id="344"/>
            <p14:sldId id="346"/>
            <p14:sldId id="357"/>
          </p14:sldIdLst>
        </p14:section>
      </p14:sectionLst>
    </p:ext>
    <p:ext uri="{EFAFB233-063F-42B5-8137-9DF3F51BA10A}">
      <p15:sldGuideLst xmlns:p15="http://schemas.microsoft.com/office/powerpoint/2012/main">
        <p15:guide id="2" pos="597" userDrawn="1">
          <p15:clr>
            <a:srgbClr val="A4A3A4"/>
          </p15:clr>
        </p15:guide>
        <p15:guide id="3" pos="3591" userDrawn="1">
          <p15:clr>
            <a:srgbClr val="A4A3A4"/>
          </p15:clr>
        </p15:guide>
        <p15:guide id="4" pos="5496" userDrawn="1">
          <p15:clr>
            <a:srgbClr val="A4A3A4"/>
          </p15:clr>
        </p15:guide>
        <p15:guide id="5" pos="4112" userDrawn="1">
          <p15:clr>
            <a:srgbClr val="A4A3A4"/>
          </p15:clr>
        </p15:guide>
        <p15:guide id="6" pos="393" userDrawn="1">
          <p15:clr>
            <a:srgbClr val="A4A3A4"/>
          </p15:clr>
        </p15:guide>
        <p15:guide id="7"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CEE4"/>
    <a:srgbClr val="FFD6E3"/>
    <a:srgbClr val="FFFFFF"/>
    <a:srgbClr val="753A93"/>
    <a:srgbClr val="976BAE"/>
    <a:srgbClr val="F92571"/>
    <a:srgbClr val="8226E3"/>
    <a:srgbClr val="2D1451"/>
    <a:srgbClr val="222A35"/>
    <a:srgbClr val="55D4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83" autoAdjust="0"/>
    <p:restoredTop sz="95839"/>
  </p:normalViewPr>
  <p:slideViewPr>
    <p:cSldViewPr snapToGrid="0" showGuides="1">
      <p:cViewPr varScale="1">
        <p:scale>
          <a:sx n="112" d="100"/>
          <a:sy n="112" d="100"/>
        </p:scale>
        <p:origin x="200" y="360"/>
      </p:cViewPr>
      <p:guideLst>
        <p:guide pos="597"/>
        <p:guide pos="3591"/>
        <p:guide pos="5496"/>
        <p:guide pos="4112"/>
        <p:guide pos="393"/>
        <p:guide orient="horz" pos="2160"/>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86" d="100"/>
          <a:sy n="86" d="100"/>
        </p:scale>
        <p:origin x="3928" y="20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7.xml"/><Relationship Id="rId14" Type="http://schemas.openxmlformats.org/officeDocument/2006/relationships/slide" Target="slides/slide9.xml"/><Relationship Id="rId16" Type="http://schemas.openxmlformats.org/officeDocument/2006/relationships/slide" Target="slides/slide15.xml"/><Relationship Id="rId17" Type="http://schemas.openxmlformats.org/officeDocument/2006/relationships/slide" Target="slides/slide14.xml"/><Relationship Id="rId18" Type="http://schemas.openxmlformats.org/officeDocument/2006/relationships/slide" Target="slides/slide16.xml"/><Relationship Id="rId20" Type="http://schemas.openxmlformats.org/officeDocument/2006/relationships/slide" Target="slides/slide18.xml"/><Relationship Id="rId21" Type="http://schemas.openxmlformats.org/officeDocument/2006/relationships/slide" Target="slides/slide11.xml"/><Relationship Id="rId22" Type="http://schemas.openxmlformats.org/officeDocument/2006/relationships/slide" Target="slides/slide13.xml"/><Relationship Id="rId23" Type="http://schemas.openxmlformats.org/officeDocument/2006/relationships/slide" Target="slides/slide12.xml"/><Relationship Id="rId24" Type="http://schemas.openxmlformats.org/officeDocument/2006/relationships/slide" Target="slides/slide17.xml"/><Relationship Id="rId25" Type="http://schemas.openxmlformats.org/officeDocument/2006/relationships/slide" Target="slides/slide6.xml"/><Relationship Id="rId26" Type="http://schemas.openxmlformats.org/officeDocument/2006/relationships/slide" Target="slides/slide8.xml"/><Relationship Id="rId28" Type="http://schemas.openxmlformats.org/officeDocument/2006/relationships/slide" Target="slides/slide10.xml"/><Relationship Id="rId39" Type="http://schemas.openxmlformats.org/officeDocument/2006/relationships/notesMaster" Target="notesMasters/notesMaster1.xml"/><Relationship Id="rId40" Type="http://schemas.openxmlformats.org/officeDocument/2006/relationships/handoutMaster" Target="handoutMasters/handout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_____Microsoft_Excel.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_____Microsoft_Excel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первый STOP, м</c:v>
                </c:pt>
              </c:strCache>
            </c:strRef>
          </c:tx>
          <c:spPr>
            <a:solidFill>
              <a:schemeClr val="accent1"/>
            </a:solidFill>
            <a:ln w="63500">
              <a:noFill/>
            </a:ln>
            <a:effectLst/>
          </c:spPr>
          <c:invertIfNegative val="0"/>
          <c:dPt>
            <c:idx val="0"/>
            <c:spPr>
              <a:solidFill>
                <a:srgbClr val="FF0053"/>
              </a:solidFill>
            </c:spPr>
          </c:dPt>
          <c:dPt>
            <c:idx val="1"/>
            <c:spPr>
              <a:solidFill>
                <a:srgbClr val="8A83D1"/>
              </a:solidFill>
            </c:spPr>
          </c:dPt>
          <c:dPt>
            <c:idx val="2"/>
            <c:spPr>
              <a:solidFill>
                <a:srgbClr val="FF0053"/>
              </a:solidFill>
            </c:spPr>
          </c:dPt>
          <c:dPt>
            <c:idx val="3"/>
            <c:spPr>
              <a:solidFill>
                <a:srgbClr val="FF0053"/>
              </a:solidFill>
            </c:spPr>
          </c:dPt>
          <c:dPt>
            <c:idx val="4"/>
            <c:spPr>
              <a:solidFill>
                <a:srgbClr val="FF0053"/>
              </a:solidFill>
            </c:spPr>
          </c:dPt>
          <c:dPt>
            <c:idx val="5"/>
            <c:spPr>
              <a:solidFill>
                <a:srgbClr val="FF0053"/>
              </a:solidFill>
            </c:spPr>
          </c:dPt>
          <c:dPt>
            <c:idx val="6"/>
            <c:spPr>
              <a:solidFill>
                <a:srgbClr val="FF0053"/>
              </a:solidFill>
            </c:spPr>
          </c:dPt>
          <c:dPt>
            <c:idx val="7"/>
            <c:spPr>
              <a:solidFill>
                <a:srgbClr val="FF0053"/>
              </a:solidFill>
            </c:spPr>
          </c:dPt>
          <c:dLbls>
            <c:numFmt formatCode="0&quot; м&quot;" sourceLinked="0"/>
            <c:txPr>
              <a:bodyPr/>
              <a:lstStyle/>
              <a:p>
                <a:pPr>
                  <a:defRPr sz="1100" b="1">
                    <a:solidFill>
                      <a:srgbClr val="FFFFFF"/>
                    </a:solidFill>
                  </a:defRPr>
                </a:pPr>
              </a:p>
            </c:txPr>
            <c:dLblPos val="outEnd"/>
            <c:showLegendKey val="0"/>
            <c:showVal val="1"/>
            <c:showCatName val="0"/>
            <c:showSerName val="0"/>
            <c:showPercent val="0"/>
            <c:showBubbleSize val="0"/>
            <c:showLeaderLines val="1"/>
          </c:dLbls>
          <c:cat>
            <c:strRef>
              <c:f>Sheet1!$A$2:$A$9</c:f>
              <c:strCache>
                <c:ptCount val="8"/>
                <c:pt idx="0">
                  <c:v>висящий 5 см</c:v>
                </c:pt>
                <c:pt idx="1">
                  <c:v>ящик 2 м: край</c:v>
                </c:pt>
                <c:pt idx="2">
                  <c:v>куб 0,3 м: край</c:v>
                </c:pt>
                <c:pt idx="3">
                  <c:v>куб 0,3 м: центр</c:v>
                </c:pt>
                <c:pt idx="4">
                  <c:v>куб 0,3 м: рельс</c:v>
                </c:pt>
                <c:pt idx="5">
                  <c:v>доска</c:v>
                </c:pt>
                <c:pt idx="6">
                  <c:v>ящик 2 м: центр</c:v>
                </c:pt>
                <c:pt idx="7">
                  <c:v>ящик 2 м: верх</c:v>
                </c:pt>
              </c:strCache>
            </c:strRef>
          </c:cat>
          <c:val>
            <c:numRef>
              <c:f>Sheet1!$B$2:$B$9</c:f>
              <c:numCache>
                <c:formatCode>General</c:formatCode>
                <c:ptCount val="8"/>
                <c:pt idx="0">
                  <c:v>30</c:v>
                </c:pt>
                <c:pt idx="1">
                  <c:v>18</c:v>
                </c:pt>
                <c:pt idx="2">
                  <c:v>35</c:v>
                </c:pt>
                <c:pt idx="3">
                  <c:v>56</c:v>
                </c:pt>
                <c:pt idx="4">
                  <c:v>43</c:v>
                </c:pt>
                <c:pt idx="5">
                  <c:v>87</c:v>
                </c:pt>
                <c:pt idx="6">
                  <c:v>98</c:v>
                </c:pt>
                <c:pt idx="7">
                  <c:v>111</c:v>
                </c:pt>
              </c:numCache>
            </c:numRef>
          </c:val>
          <c:extLst>
            <c:ext xmlns:c16="http://schemas.microsoft.com/office/drawing/2014/chart" uri="{C3380CC4-5D6E-409C-BE32-E72D297353CC}">
              <c16:uniqueId val="{00000000-AE86-41F6-8A85-7879D9C60F88}"/>
            </c:ext>
          </c:extLst>
        </c:ser>
        <c:dLbls>
          <c:numFmt formatCode="0&quot; м&quot;" sourceLinked="0"/>
          <c:txPr>
            <a:bodyPr/>
            <a:lstStyle/>
            <a:p>
              <a:pPr>
                <a:defRPr sz="1100" b="1">
                  <a:solidFill>
                    <a:srgbClr val="FFFFFF"/>
                  </a:solidFill>
                </a:defRPr>
              </a:pPr>
            </a:p>
          </c:txPr>
          <c:dLblPos val="outEnd"/>
          <c:showLegendKey val="0"/>
          <c:showVal val="1"/>
          <c:showCatName val="0"/>
          <c:showSerName val="0"/>
          <c:showPercent val="0"/>
          <c:showBubbleSize val="0"/>
        </c:dLbls>
        <c:gapWidth val="60"/>
        <c:axId val="1688540351"/>
        <c:axId val="1173587135"/>
      </c:barChart>
      <c:catAx>
        <c:axId val="168854035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bg1"/>
                </a:solidFill>
                <a:latin typeface="+mn-lt"/>
                <a:ea typeface="+mn-ea"/>
                <a:cs typeface="+mn-cs"/>
              </a:defRPr>
            </a:pPr>
            <a:endParaRPr lang="ru-RU"/>
          </a:p>
        </c:txPr>
        <c:crossAx val="1173587135"/>
        <c:crosses val="autoZero"/>
        <c:auto val="1"/>
        <c:lblAlgn val="ctr"/>
        <c:lblOffset val="100"/>
        <c:tickLblSkip val="1"/>
        <c:noMultiLvlLbl val="0"/>
      </c:catAx>
      <c:valAx>
        <c:axId val="1173587135"/>
        <c:scaling>
          <c:orientation val="minMax"/>
          <c:max val="150.0"/>
          <c:min val="0.0"/>
        </c:scaling>
        <c:delete val="0"/>
        <c:axPos val="b"/>
        <c:majorGridlines>
          <c:spPr>
            <a:ln w="9525" cap="flat" cmpd="sng" algn="ctr">
              <a:solidFill>
                <a:schemeClr val="bg1">
                  <a:alpha val="5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1"/>
                </a:solidFill>
                <a:latin typeface="+mn-lt"/>
                <a:ea typeface="+mn-ea"/>
                <a:cs typeface="+mn-cs"/>
              </a:defRPr>
            </a:pPr>
            <a:endParaRPr lang="ru-RU"/>
          </a:p>
        </c:txPr>
        <c:crossAx val="1688540351"/>
        <c:crosses val="autoZero"/>
        <c:crossBetween val="between"/>
        <c:majorUnit val="50.0"/>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ru-RU"/>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1"/>
          <c:order val="0"/>
          <c:tx>
            <c:strRef>
              <c:f>Sheet1!$B$1</c:f>
              <c:strCache>
                <c:ptCount val="1"/>
                <c:pt idx="0">
                  <c:v>первое подтверждение, м</c:v>
                </c:pt>
              </c:strCache>
            </c:strRef>
          </c:tx>
          <c:spPr>
            <a:solidFill>
              <a:schemeClr val="accent2"/>
            </a:solidFill>
            <a:ln w="63500">
              <a:solidFill>
                <a:schemeClr val="accent2"/>
              </a:solidFill>
            </a:ln>
            <a:effectLst/>
          </c:spPr>
          <c:invertIfNegative val="0"/>
          <c:dPt>
            <c:idx val="0"/>
            <c:invertIfNegative val="0"/>
            <c:bubble3D val="0"/>
            <c:spPr>
              <a:solidFill>
                <a:srgbClr val="FC3777"/>
              </a:solidFill>
              <a:ln w="63500">
                <a:noFill/>
              </a:ln>
              <a:effectLst/>
            </c:spPr>
            <c:extLst>
              <c:ext xmlns:c16="http://schemas.microsoft.com/office/drawing/2014/chart" uri="{C3380CC4-5D6E-409C-BE32-E72D297353CC}">
                <c16:uniqueId val="{00000006-92C0-E743-BC6B-AB142BB83263}"/>
              </c:ext>
            </c:extLst>
          </c:dPt>
          <c:dPt>
            <c:idx val="1"/>
            <c:invertIfNegative val="0"/>
            <c:bubble3D val="0"/>
            <c:spPr>
              <a:solidFill>
                <a:srgbClr val="FFD6E4"/>
              </a:solidFill>
              <a:ln w="63500">
                <a:noFill/>
              </a:ln>
              <a:effectLst/>
            </c:spPr>
            <c:extLst>
              <c:ext xmlns:c16="http://schemas.microsoft.com/office/drawing/2014/chart" uri="{C3380CC4-5D6E-409C-BE32-E72D297353CC}">
                <c16:uniqueId val="{00000001-B35E-4C45-8CA2-C11611997942}"/>
              </c:ext>
            </c:extLst>
          </c:dPt>
          <c:dPt>
            <c:idx val="2"/>
            <c:invertIfNegative val="0"/>
            <c:bubble3D val="0"/>
            <c:spPr>
              <a:solidFill>
                <a:srgbClr val="8A83D1"/>
              </a:solidFill>
              <a:ln w="63500">
                <a:noFill/>
              </a:ln>
              <a:effectLst/>
            </c:spPr>
            <c:extLst>
              <c:ext xmlns:c16="http://schemas.microsoft.com/office/drawing/2014/chart" uri="{C3380CC4-5D6E-409C-BE32-E72D297353CC}">
                <c16:uniqueId val="{00000003-B35E-4C45-8CA2-C11611997942}"/>
              </c:ext>
            </c:extLst>
          </c:dPt>
          <c:dPt>
            <c:idx val="3"/>
            <c:invertIfNegative val="0"/>
            <c:bubble3D val="0"/>
            <c:spPr>
              <a:solidFill>
                <a:srgbClr val="520978"/>
              </a:solidFill>
              <a:ln w="63500">
                <a:noFill/>
              </a:ln>
              <a:effectLst/>
            </c:spPr>
            <c:extLst>
              <c:ext xmlns:c16="http://schemas.microsoft.com/office/drawing/2014/chart" uri="{C3380CC4-5D6E-409C-BE32-E72D297353CC}">
                <c16:uniqueId val="{00000005-B35E-4C45-8CA2-C11611997942}"/>
              </c:ext>
            </c:extLst>
          </c:dPt>
          <c:dPt>
            <c:idx val="4"/>
            <c:spPr>
              <a:solidFill>
                <a:srgbClr val="310F53"/>
              </a:solidFill>
            </c:spPr>
          </c:dPt>
          <c:dPt>
            <c:idx val="5"/>
            <c:spPr>
              <a:solidFill>
                <a:srgbClr val="FC3777"/>
              </a:solidFill>
            </c:spPr>
          </c:dPt>
          <c:dPt>
            <c:idx val="6"/>
            <c:spPr>
              <a:solidFill>
                <a:srgbClr val="FF0053"/>
              </a:solidFill>
            </c:spPr>
          </c:dPt>
          <c:dLbls>
            <c:numFmt formatCode="0&quot; м&quot;" sourceLinked="0"/>
            <c:txPr>
              <a:bodyPr/>
              <a:lstStyle/>
              <a:p>
                <a:pPr>
                  <a:defRPr sz="1200" b="1"/>
                </a:pPr>
              </a:p>
            </c:txPr>
            <c:dLblPos val="outEnd"/>
            <c:showLegendKey val="0"/>
            <c:showVal val="1"/>
            <c:showCatName val="0"/>
            <c:showSerName val="0"/>
            <c:showPercent val="0"/>
            <c:showBubbleSize val="0"/>
            <c:showLeaderLines val="1"/>
          </c:dLbls>
          <c:cat>
            <c:strRef>
              <c:f>Sheet1!$A$2:$A$8</c:f>
              <c:strCache>
                <c:ptCount val="7"/>
                <c:pt idx="0">
                  <c:v>предмет поперёк рельса</c:v>
                </c:pt>
                <c:pt idx="1">
                  <c:v>ящик 30 см на рельсе</c:v>
                </c:pt>
                <c:pt idx="2">
                  <c:v>висящий кабель 3 см</c:v>
                </c:pt>
                <c:pt idx="3">
                  <c:v>ящик 1 м</c:v>
                </c:pt>
                <c:pt idx="4">
                  <c:v>тележка</c:v>
                </c:pt>
                <c:pt idx="5">
                  <c:v>человек 1,7 м</c:v>
                </c:pt>
                <c:pt idx="6">
                  <c:v>человек 1,7 м · от рельсов</c:v>
                </c:pt>
              </c:strCache>
            </c:strRef>
          </c:cat>
          <c:val>
            <c:numRef>
              <c:f>Sheet1!$B$2:$B$8</c:f>
              <c:numCache>
                <c:formatCode>General</c:formatCode>
                <c:ptCount val="7"/>
                <c:pt idx="0">
                  <c:v>46</c:v>
                </c:pt>
                <c:pt idx="1">
                  <c:v>49</c:v>
                </c:pt>
                <c:pt idx="2">
                  <c:v>99</c:v>
                </c:pt>
                <c:pt idx="3">
                  <c:v>124</c:v>
                </c:pt>
                <c:pt idx="4">
                  <c:v>151</c:v>
                </c:pt>
                <c:pt idx="5">
                  <c:v>151</c:v>
                </c:pt>
                <c:pt idx="6">
                  <c:v>154</c:v>
                </c:pt>
              </c:numCache>
            </c:numRef>
          </c:val>
          <c:extLst>
            <c:ext xmlns:c16="http://schemas.microsoft.com/office/drawing/2014/chart" uri="{C3380CC4-5D6E-409C-BE32-E72D297353CC}">
              <c16:uniqueId val="{00000006-B35E-4C45-8CA2-C11611997942}"/>
            </c:ext>
          </c:extLst>
        </c:ser>
        <c:dLbls>
          <c:numFmt formatCode="0&quot; м&quot;" sourceLinked="0"/>
          <c:txPr>
            <a:bodyPr/>
            <a:lstStyle/>
            <a:p>
              <a:pPr>
                <a:defRPr sz="1200" b="1"/>
              </a:pPr>
            </a:p>
          </c:txPr>
          <c:dLblPos val="outEnd"/>
          <c:showLegendKey val="0"/>
          <c:showVal val="1"/>
          <c:showCatName val="0"/>
          <c:showSerName val="0"/>
          <c:showPercent val="0"/>
          <c:showBubbleSize val="0"/>
        </c:dLbls>
        <c:gapWidth val="100"/>
        <c:axId val="1688540351"/>
        <c:axId val="1173587135"/>
      </c:barChart>
      <c:catAx>
        <c:axId val="168854035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ru-RU"/>
          </a:p>
        </c:txPr>
        <c:crossAx val="1173587135"/>
        <c:crosses val="autoZero"/>
        <c:auto val="1"/>
        <c:lblAlgn val="ctr"/>
        <c:lblOffset val="100"/>
        <c:tickLblSkip val="1"/>
        <c:noMultiLvlLbl val="0"/>
      </c:catAx>
      <c:valAx>
        <c:axId val="1173587135"/>
        <c:scaling>
          <c:orientation val="minMax"/>
          <c:max val="200.0"/>
          <c:min val="0.0"/>
        </c:scaling>
        <c:delete val="0"/>
        <c:axPos val="b"/>
        <c:majorGridlines>
          <c:spPr>
            <a:ln w="9525" cap="flat" cmpd="sng" algn="ctr">
              <a:solidFill>
                <a:schemeClr val="tx1">
                  <a:alpha val="5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ru-RU"/>
          </a:p>
        </c:txPr>
        <c:crossAx val="1688540351"/>
        <c:crosses val="autoZero"/>
        <c:crossBetween val="between"/>
        <c:majorUnit val="50.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defRPr>
      </a:pPr>
      <a:endParaRPr lang="ru-RU"/>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1C361405-0046-9D03-26A4-D7ED10EA70C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556CD2AD-A19E-4074-721F-6DBCBE680A4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2E30D66-5BAA-C245-AD36-181B8EC875DB}" type="datetimeFigureOut">
              <a:rPr lang="ru-RU" smtClean="0"/>
              <a:t>14.09.2026</a:t>
            </a:fld>
            <a:endParaRPr lang="ru-RU"/>
          </a:p>
        </p:txBody>
      </p:sp>
      <p:sp>
        <p:nvSpPr>
          <p:cNvPr id="4" name="Нижний колонтитул 3">
            <a:extLst>
              <a:ext uri="{FF2B5EF4-FFF2-40B4-BE49-F238E27FC236}">
                <a16:creationId xmlns:a16="http://schemas.microsoft.com/office/drawing/2014/main" id="{41947EE2-63DA-C2A1-5495-30E370423A5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3752603B-A0BC-AAAA-B5D6-B44F54E18A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CD7201F-1F39-2140-9B4A-3BC1B61B40BF}" type="slidenum">
              <a:rPr lang="ru-RU" smtClean="0"/>
              <a:t>‹#›</a:t>
            </a:fld>
            <a:endParaRPr lang="ru-RU"/>
          </a:p>
        </p:txBody>
      </p:sp>
    </p:spTree>
    <p:extLst>
      <p:ext uri="{BB962C8B-B14F-4D97-AF65-F5344CB8AC3E}">
        <p14:creationId xmlns:p14="http://schemas.microsoft.com/office/powerpoint/2010/main" val="31366286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A401BA-3150-4FF7-8D13-C8A64268AC63}" type="datetimeFigureOut">
              <a:rPr lang="ru-RU" smtClean="0"/>
              <a:t>14.09.2026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5F3B14-7AC8-406F-A299-37D374056E4F}" type="slidenum">
              <a:rPr lang="ru-RU" smtClean="0"/>
              <a:t>‹#›</a:t>
            </a:fld>
            <a:endParaRPr lang="ru-RU"/>
          </a:p>
        </p:txBody>
      </p:sp>
    </p:spTree>
    <p:extLst>
      <p:ext uri="{BB962C8B-B14F-4D97-AF65-F5344CB8AC3E}">
        <p14:creationId xmlns:p14="http://schemas.microsoft.com/office/powerpoint/2010/main" val="2496445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CF317-460F-D66A-6ACF-27061C9DF4FF}"/>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2D066F97-A6A0-B747-71F9-577306DB29D3}"/>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80F9F05F-4377-CED9-7FF7-AADFCC58E49E}"/>
              </a:ext>
            </a:extLst>
          </p:cNvPr>
          <p:cNvSpPr>
            <a:spLocks noGrp="1"/>
          </p:cNvSpPr>
          <p:nvPr>
            <p:ph type="body" idx="1"/>
          </p:nvPr>
        </p:nvSpPr>
        <p:spPr/>
        <p:txBody>
          <a:bodyPr/>
          <a:lstStyle/>
          <a:p>
            <a:r>
              <a:t>Роли: капитан — ROS 2, Docker, интеграция и питч; визуализация, дашборд, презентация и видео; компьютерное зрение — модель пути и трекинг; данные, синтетика, метрики и тесты. Каждый отвечал за свою часть, код общий.</a:t>
            </a:r>
          </a:p>
        </p:txBody>
      </p:sp>
      <p:sp>
        <p:nvSpPr>
          <p:cNvPr id="4" name="Номер слайда 3">
            <a:extLst>
              <a:ext uri="{FF2B5EF4-FFF2-40B4-BE49-F238E27FC236}">
                <a16:creationId xmlns:a16="http://schemas.microsoft.com/office/drawing/2014/main" id="{618DC8F5-67F2-F257-7833-1FEA7A6F232B}"/>
              </a:ext>
            </a:extLst>
          </p:cNvPr>
          <p:cNvSpPr>
            <a:spLocks noGrp="1"/>
          </p:cNvSpPr>
          <p:nvPr>
            <p:ph type="sldNum" sz="quarter" idx="5"/>
          </p:nvPr>
        </p:nvSpPr>
        <p:spPr/>
        <p:txBody>
          <a:bodyPr/>
          <a:lstStyle/>
          <a:p>
            <a:fld id="{3D5F3B14-7AC8-406F-A299-37D374056E4F}" type="slidenum">
              <a:rPr lang="ru-RU" smtClean="0"/>
              <a:t>9</a:t>
            </a:fld>
            <a:endParaRPr lang="ru-RU"/>
          </a:p>
        </p:txBody>
      </p:sp>
    </p:spTree>
    <p:extLst>
      <p:ext uri="{BB962C8B-B14F-4D97-AF65-F5344CB8AC3E}">
        <p14:creationId xmlns:p14="http://schemas.microsoft.com/office/powerpoint/2010/main" val="2645327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69046-74A9-6BC0-030F-AF9856808D3B}"/>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E235548D-D889-0AAA-F16C-FBBD8FABB957}"/>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62BED857-8CFB-C4D0-8AA7-4E459CD5CA03}"/>
              </a:ext>
            </a:extLst>
          </p:cNvPr>
          <p:cNvSpPr>
            <a:spLocks noGrp="1"/>
          </p:cNvSpPr>
          <p:nvPr>
            <p:ph type="body" idx="1"/>
          </p:nvPr>
        </p:nvSpPr>
        <p:spPr/>
        <p:txBody>
          <a:bodyPr/>
          <a:lstStyle/>
          <a:p>
            <a:r>
              <a:t>Почему эта задача: реальных препятствий в данных почти нет. Мы описываем нормальный тоннель, а обученное мнение о треке работает на отрицательных примерах из поездок. Ложные остановки сократились, но остались. Как мы работали с чужими идеями: 8 идей из открытых решений других команд кейса 05 прогнали через полный гейт на всех записях: 5 отклонили, 3 включили 29.09. Своя проверка безопасности в тот же вечер выключила третье («обделка»): висящий от свода кабель получал STOP с 21 м вместо 74 м. Проверка на новых данных нужна. Станции и стрелки похожи на препятствия; нужны доверенная ось и подтверждение 0,5 с. Входы 120°/360° и два топика; крепление калибруется по рельсам.</a:t>
            </a:r>
          </a:p>
        </p:txBody>
      </p:sp>
      <p:sp>
        <p:nvSpPr>
          <p:cNvPr id="4" name="Номер слайда 3">
            <a:extLst>
              <a:ext uri="{FF2B5EF4-FFF2-40B4-BE49-F238E27FC236}">
                <a16:creationId xmlns:a16="http://schemas.microsoft.com/office/drawing/2014/main" id="{C80FF5E7-0C77-0F13-CEBC-1525084DF81C}"/>
              </a:ext>
            </a:extLst>
          </p:cNvPr>
          <p:cNvSpPr>
            <a:spLocks noGrp="1"/>
          </p:cNvSpPr>
          <p:nvPr>
            <p:ph type="sldNum" sz="quarter" idx="5"/>
          </p:nvPr>
        </p:nvSpPr>
        <p:spPr/>
        <p:txBody>
          <a:bodyPr/>
          <a:lstStyle/>
          <a:p>
            <a:fld id="{3D5F3B14-7AC8-406F-A299-37D374056E4F}" type="slidenum">
              <a:rPr lang="ru-RU" smtClean="0"/>
              <a:t>10</a:t>
            </a:fld>
            <a:endParaRPr lang="ru-RU"/>
          </a:p>
        </p:txBody>
      </p:sp>
    </p:spTree>
    <p:extLst>
      <p:ext uri="{BB962C8B-B14F-4D97-AF65-F5344CB8AC3E}">
        <p14:creationId xmlns:p14="http://schemas.microsoft.com/office/powerpoint/2010/main" val="1852856824"/>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P4 6d6aaca0b1dd26cbb6fbb171f72970915059cb8c. Node-decoded; sealed prerelease 1.1.0; in-sample. Linux Haswell, not S5. Release J1 and P1 approval pending. Complete register and chart sources accompany this draft. All ten variants are shown. p=pitch, r=roll (degrees); d=30% dropout with seeds 1/2/3/7; dedup removes duplicate returns. All 40 cases and per-object metrics remain in chart-input.json. No held-out claim. Pin BLAS for comparison.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Мы — команда «Молоток», четыре инженерные роли. Наше решение называется ReSense. Описываем нормальный тоннель и ищем препятствия в габарите; возможны пропуски и ложные тревоги. Модель включает полотно, рельсы, ось и кривизну по стенам. Выходы GO / CAUTION / STOP / FAULT и расстояние; обученное мнение только задерживает сомнительный STOP в ограниченном бюджете. Дальность контроля — оценка, пропуски возможны и внутри неё.</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Одной фразой: описываем нормальный тоннель и ищем препятствия в габарите поезда. Работает в ROS 2 и Docker. Решает геометрия; обученная часть одна — «мнение» о треке, и оно может только отложить сомнительный STOP, не больше чем на 10 обработанных кадров за жизнь трека (~1 с при 10 Гц, ~2 с при 5 Гц, до ~3 с, пока узел догоняет очередь), но не отменить его. Задержку называем с машиной: p95 от публикации кадра до решения через ROS в Docker: 81–82 мс при 360° (ВМ, 4 ядра; с холодного диска 88–96 мс) и 49–78 мс при 120° (4 vCPU), замер 28.09; правила 29.09 добавляют ~2 мс; стенд организаторов мы не мерили. GPU мы оценили и не используем: выигрыш — десятки миллисекунд, а контейнер с запросом GPU не стартует на машине без nvidia-container-toolkit. Реальный человек — 61 из 61 кадра; кэш шлюза 29.09: 2,1 события/км, не node-path. 13.10 на 4 vCPU нода 360° дала p95 111 мс, только 35/201 актуальных результатов; исторические 81–82 мс на ВМ команды 28.09 этого не опровергают.</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Почему не нейросеть: реальных препятствий в данных почти нет, а на 100+ м у объекта единицы точек. Переносимость правил и обученного мнения на другой маршрут требует независимой проверки. Цели ТЗ: 100 / 200 / 300 м. При 80 км/ч и замедлении 1–1,3 м/с² тормозной путь 190–250 м без задержек. Сравнение с картой требует локализации. Качество обученного 3D-детектора на этих тоннелях не измерялось.</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Все числа дальше — на всех 13 759 кадрах организаторов. Каждая запись обрывается на 209–210 м: дальше в тоннеле нет ни одного отражения, и это предел для любого алгоритма на этих данных. Шесть записей: 2 488 кадров; поездка 11 271, 20 минут, 13 км, 7 остановок, кривые R≈350 м. Дополнительно набор O: 1 510 кадров синтетики организаторов. Объект 0,5 м: около 7 точек на 100 м и 1–2 на 200 м; стены видны на 150–200 м, полотно примерно до 100 м. Предел ~210 м относится к исходным реальным отражениям, не добавленной синтетике: судья 13.10 нашёл добавленные точки набора O до ~298 м.</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Пять шагов на каждый кадр. На одном ядре 4 vCPU Xeon 2,1 ГГц детектор тратит 24–31 мс в среднем (p95 34–47 мс; замер 28.09, правила 29.09 добавляют ~2 мс); это с необязательными ядрами на C++, без них время детектора в 1,6–2,3 раза больше при том же выходе бит в бит. Калибровка крепления — сама, по рельсам; кривизна — по стенам, поэтому коридор осмыслен и там, где рельсов уже не видно. Запрет эго-движения: пока поезд едет быстрее 4 м/с, трек, расстояние до которого не сокращается вместе с ходом поезда, STOP не начинает.</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Вот тоннель — двухпутный, поезд стоит, лидар на кабине. Вот облако одного кадра — сотни тысяч точек за 0,1 с. Зелёным — габарит поезда, который алгоритм сам протянул вдоль оси пути по рельсам и стенам. Жёлтым — всё, что попало в коридор. А вот препятствие, которое наш алгоритм увидел за 56 метров: человек переходит путь, красная рамка, решение STOP — с первого кадра в габарите. Справа — его точки крупно. Когда человек уходит, на рельсе остаётся предмет 45 × 60 × 30 см — алгоритм держит и его: STOP на 193 из 201 кадра — с кадра 8 до конца, без пропусков; предмет на рельсе — 126 из 126 кадров. До 29.09 в кадре 111 был один GO: верх предмета на 4–7 мм ниже порога высоты. Исправили правилом удержания уже подтверждённого низкого STOP на 0,3 с — подобрано на этой же записи, и мы это говорим. Здесь поезд стоит; на едущем поезде — синтетика организаторов: ящик 2 × 2 м алгоритм увидел за 98 метров, с первого появления (слайд «Объекты организаторов»).</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Цепочка организаторов прогнана в Docker на реальных записях: узел в одном контейнере, bag play из другого, от обычного пользователя. Решение — топик /resense/decision: GO, CAUTION, STOP, FAULT. Слева — дашборд по статусу того же узла. Для исторического проигрывания нужен freshness_mode:=replay и поддерживаемая процедура из README. Потребителю недостаточно одного decision: проверяйте время действия /resense/status.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Человек на пути — 61 из 61 кадра, тревога с первого кадра в габарите; три кадра из них — благодаря добавке до 0,2 м по оси лидара ближе 60 м, строго от рельсов было бы 58. Вся запись — STOP на 193 из 201 кадра — с кадра 8 до конца, без пропусков (на кэше гейта; через узел ROS в Docker без пропусков — прогон CI 29.09, до правил 29.09); предмет на рельсе — 126 из 126. Одиночный GO в кадре 111 закрыт 29.09 правилом, подобранным на этой же записи. Задержка — p95 от публикации кадра до решения через ROS в Docker: 81–82 мс при 360° (ВМ, 4 ядра; с холодного диска 88–96 мс) и 49–78 мс при 120° (4 vCPU), замер 28.09; правила 29.09 добавляют ~2 мс. Ложных событий в 20-минутной поездке — 2,1 на км (27 за 13 км, было 32 до правил 29.09), но это на тех же данных, где мы подбирали правила и откуда взяты отрицательные примеры «мнения» о треке. Вне выборки мы мерили только «мнение», на детекторе 27.09: каждую пару кусков поездки прогнали с моделью, которая их не видела, — 37 событий, 2,8 на км (в выборке тогда было 32). На объектах организаторов большой ящик — с 98 м, кубы 30 см — с 43–56 м, у края — с 35 и 18 м. Пять пустых записей на кэше: 8 событий, 12 эпизодов; поездка 27 событий / 30 эпизодов. Проверка 13.10 v1.0.0: пять бэгов 4 эпизода / 13 кадров; поездка 32 эпизода / 160 кадров, ≈2,5 эпизода/км. Эпизод — серия STOP, событие шлюза — подтверждённый трек; сравнивать их как одну метрику нельзя. Все частоты в выборке. Нода на 4 vCPU: p95 111 мс на 360°, 84 мс на 120°; это время обработки, не возраст результата. Первая версия графиков — подготовка PT1; окончательные числа и речь обновляет P1 после J1 и O1.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P4 6d6aaca0b1dd26cbb6fbb171f72970915059cb8c. Node-decoded; sealed prerelease 1.1.0; in-sample. Linux Haswell, not S5. Release J1 and P1 approval pending. Complete register and chart sources accompany this draft. All 11 X1 cases shown; setO comprises selected attribution windows, not a range trial. Counts are STOP hits / visible frames. A: roundT_squareT_pressureGate_squareT; B: roundT_doubleT; C: roundT_pressureGate_roundT; D/S: squareT_platform_squareT_switch. Stationary S cases do not prove moving-train range. held is the P4 judge definition, not continuous STOP or guaranteed detection. A_lowbox_rail is a rail-offset probe, not the below-envelope negative control.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P4 6d6aaca0b1dd26cbb6fbb171f72970915059cb8c. Node-decoded; sealed prerelease 1.1.0; in-sample. Linux Haswell, not S5. Release J1 and P1 approval pending. Complete register and chart sources accompany this draft. Corrects older 28.09 values, not a detector-improvement claim. Full per-object failures, counts and perturbations in the export.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Калибруем поддерживаемое крепление и находим вход. При потере свежести — FAULT либо удержание STOP с последней дистанцией; потребителю нужен свой таймер статуса. Ложный STOP на пустой сцене больше не зависит от того, как узел получал кадры: в записанных историях узла — 0 (было 2), в стресс-тесте с пропусками и догонялками — 55 событий (было 78; 28.09). 8 проверенных ориентаций вокруг вертикальной оси — не любое крепление. Свежесть проверяет также потребитель. Удаление двойных возвратов меняет модель пути и решения (проверка 13.10); побитовое совпадение numpy/C++ этого не исключает.</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Что не сработало и почему: полотно полно железа, станции — главный источник ложных остановок, мелкие объекты организаторов видим поздно, тонкие — только вблизи. Два правила 29.09 взяты из открытых решений других команд (TunnelGuard, Tactical-Inventor) и прошли полный гейт: «чистая серия» — новый STOP у известной инфраструктуры ждёт пять чистых попаданий; запрет эго-движения — трек дальше 25 м, который едет вместе с поездом, STOP не начинает, пока поезд быстрее 4 м/с. Третье — «обделку» — мы выключили после своей проверки безопасности: висящий от свода кабель получал STOP лишь с 21 м вместо 74 м. Независимая проверка 13.10 нашла другие пропуски v1.0.0, описанные ниже. «Мнение» о треке обучено на синтетике: непохожий реальный объект — мусор, лежащий человек — оно может задержать, но не больше 10 обработанных кадров за жизнь трека (~1 с при 10 Гц, ~2 с при 5 Гц, до ~3 с, пока узел догоняет очередь), не ближе 25 м и не для стоящего тела ≥ 1 м ближе 40 м; предел 25 м действует и по предсказанной дистанции, пока трек не виден; STOP оно никогда не отменяет. Порог — половина наибольшего, который не задерживает ни одного отложенного синтетического объекта; без этого запаса на детекторе 27.09 было бы 25 событий в поездке и 33 на невиданных кусках — запас оставили ради безопасности. История: наивный порог полотна давал 1 482 события за 20 минут; набор F box0.5 на кэше найден в 2 из 6 подходов. На рельсе — 126 из 126 кадров; правило удержания 0,3 с подобрано на doubleT_obstacle. Два критичных пропуска обнаружены независимо 13.10: tall narrow → column и oversize merge на кривой. Исправления final/silent-misses ещё не прошли весь цикл выпуска; не объявлять их готовыми.</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Итог: работающий модуль, честные цифры, понятные следующие шаги — мелкие объекты раньше, скорость от одометрии, независимая проверка двух правил 29.09 и замер на стенде организаторов. План после оценки: BACKLOG, H1–H6 перед выпуском, затем J1. Новая печать, проверка на нетронутых данных G3, дальность по геометриям, свежесть S1, стенд S5; подключение к торможению требует отдельной разработки и проверки.</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P4 6d6aaca0b1dd26cbb6fbb171f72970915059cb8c. Node-decoded; sealed prerelease 1.1.0; in-sample. Linux Haswell, not S5. Release J1 and P1 approval pending. Complete register and chart sources accompany this draft. Sum all exported candidate cause rows over all X1 cases by distance band. First cause in code order. no_blob does not distinguish preprocessing removal from DBSCAN noise. Cases differ in geometry/object and duration; totals are not rates. SetO attribution windows are included.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итульны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Рисунок 10">
            <a:extLst>
              <a:ext uri="{FF2B5EF4-FFF2-40B4-BE49-F238E27FC236}">
                <a16:creationId xmlns:a16="http://schemas.microsoft.com/office/drawing/2014/main" id="{DB9898DE-D265-4051-B751-CA3C0058CECA}"/>
              </a:ext>
            </a:extLst>
          </p:cNvPr>
          <p:cNvSpPr>
            <a:spLocks noGrp="1"/>
          </p:cNvSpPr>
          <p:nvPr>
            <p:ph type="pic" sz="quarter" idx="10" hasCustomPrompt="1"/>
          </p:nvPr>
        </p:nvSpPr>
        <p:spPr>
          <a:xfrm>
            <a:off x="6792000" y="395288"/>
            <a:ext cx="5400000" cy="5400000"/>
          </a:xfrm>
        </p:spPr>
        <p:txBody>
          <a:bodyPr anchor="ctr" anchorCtr="0"/>
          <a:lstStyle>
            <a:lvl1pPr>
              <a:defRPr/>
            </a:lvl1pPr>
          </a:lstStyle>
          <a:p>
            <a:r>
              <a:rPr lang="ru-RU" dirty="0"/>
              <a:t/>
            </a:r>
          </a:p>
        </p:txBody>
      </p:sp>
      <p:sp>
        <p:nvSpPr>
          <p:cNvPr id="2" name="Заголовок 1">
            <a:extLst>
              <a:ext uri="{FF2B5EF4-FFF2-40B4-BE49-F238E27FC236}">
                <a16:creationId xmlns:a16="http://schemas.microsoft.com/office/drawing/2014/main" id="{BDEF1F2D-30AB-40F9-9975-F952E50B7FCA}"/>
              </a:ext>
            </a:extLst>
          </p:cNvPr>
          <p:cNvSpPr>
            <a:spLocks noGrp="1"/>
          </p:cNvSpPr>
          <p:nvPr>
            <p:ph type="ctrTitle" hasCustomPrompt="1"/>
          </p:nvPr>
        </p:nvSpPr>
        <p:spPr>
          <a:xfrm>
            <a:off x="0" y="4323440"/>
            <a:ext cx="8930641" cy="827011"/>
          </a:xfrm>
          <a:noFill/>
        </p:spPr>
        <p:txBody>
          <a:bodyPr anchor="ctr" anchorCtr="0"/>
          <a:lstStyle>
            <a:lvl1pPr marL="0" indent="712788" algn="l">
              <a:defRPr sz="2800">
                <a:solidFill>
                  <a:schemeClr val="bg1">
                    <a:lumMod val="95000"/>
                  </a:schemeClr>
                </a:solidFill>
              </a:defRPr>
            </a:lvl1pPr>
          </a:lstStyle>
          <a:p>
            <a:r>
              <a:rPr lang="ru-RU" dirty="0"/>
              <a:t>НАЗВАНИЕ КОМАНДЫ</a:t>
            </a:r>
          </a:p>
        </p:txBody>
      </p:sp>
      <p:sp>
        <p:nvSpPr>
          <p:cNvPr id="42" name="Рисунок 41">
            <a:extLst>
              <a:ext uri="{FF2B5EF4-FFF2-40B4-BE49-F238E27FC236}">
                <a16:creationId xmlns:a16="http://schemas.microsoft.com/office/drawing/2014/main" id="{37DC0E9B-2679-408D-851C-F21F4ACC673A}"/>
              </a:ext>
            </a:extLst>
          </p:cNvPr>
          <p:cNvSpPr>
            <a:spLocks noGrp="1"/>
          </p:cNvSpPr>
          <p:nvPr>
            <p:ph type="pic" sz="quarter" idx="11" hasCustomPrompt="1"/>
          </p:nvPr>
        </p:nvSpPr>
        <p:spPr>
          <a:xfrm>
            <a:off x="802640" y="2911980"/>
            <a:ext cx="3386773" cy="1082589"/>
          </a:xfrm>
        </p:spPr>
        <p:txBody>
          <a:bodyPr anchor="ctr" anchorCtr="0"/>
          <a:lstStyle>
            <a:lvl1pPr>
              <a:defRPr/>
            </a:lvl1pPr>
          </a:lstStyle>
          <a:p>
            <a:r>
              <a:rPr lang="ru-RU" dirty="0"/>
              <a:t/>
            </a:r>
          </a:p>
        </p:txBody>
      </p:sp>
      <p:sp>
        <p:nvSpPr>
          <p:cNvPr id="5" name="Текст 4">
            <a:extLst>
              <a:ext uri="{FF2B5EF4-FFF2-40B4-BE49-F238E27FC236}">
                <a16:creationId xmlns:a16="http://schemas.microsoft.com/office/drawing/2014/main" id="{93F843A1-4640-4AAD-9DA4-206FA9FF2A48}"/>
              </a:ext>
            </a:extLst>
          </p:cNvPr>
          <p:cNvSpPr>
            <a:spLocks noGrp="1"/>
          </p:cNvSpPr>
          <p:nvPr>
            <p:ph type="body" sz="quarter" idx="12" hasCustomPrompt="1"/>
          </p:nvPr>
        </p:nvSpPr>
        <p:spPr>
          <a:xfrm>
            <a:off x="0" y="5149851"/>
            <a:ext cx="8930641" cy="757174"/>
          </a:xfrm>
          <a:noFill/>
        </p:spPr>
        <p:txBody>
          <a:bodyPr>
            <a:normAutofit/>
          </a:bodyPr>
          <a:lstStyle>
            <a:lvl1pPr marL="0" indent="712788">
              <a:buNone/>
              <a:defRPr sz="1800"/>
            </a:lvl1pPr>
          </a:lstStyle>
          <a:p>
            <a:r>
              <a:rPr lang="ru-RU" sz="1600" b="0" dirty="0"/>
              <a:t/>
            </a:r>
          </a:p>
        </p:txBody>
      </p:sp>
    </p:spTree>
    <p:extLst>
      <p:ext uri="{BB962C8B-B14F-4D97-AF65-F5344CB8AC3E}">
        <p14:creationId xmlns:p14="http://schemas.microsoft.com/office/powerpoint/2010/main" val="2349769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Описание команды">
    <p:spTree>
      <p:nvGrpSpPr>
        <p:cNvPr id="1" name=""/>
        <p:cNvGrpSpPr/>
        <p:nvPr/>
      </p:nvGrpSpPr>
      <p:grpSpPr>
        <a:xfrm>
          <a:off x="0" y="0"/>
          <a:ext cx="0" cy="0"/>
          <a:chOff x="0" y="0"/>
          <a:chExt cx="0" cy="0"/>
        </a:xfrm>
      </p:grpSpPr>
      <p:sp>
        <p:nvSpPr>
          <p:cNvPr id="11" name="Рисунок 10">
            <a:extLst>
              <a:ext uri="{FF2B5EF4-FFF2-40B4-BE49-F238E27FC236}">
                <a16:creationId xmlns:a16="http://schemas.microsoft.com/office/drawing/2014/main" id="{DB9898DE-D265-4051-B751-CA3C0058CECA}"/>
              </a:ext>
            </a:extLst>
          </p:cNvPr>
          <p:cNvSpPr>
            <a:spLocks noGrp="1"/>
          </p:cNvSpPr>
          <p:nvPr>
            <p:ph type="pic" sz="quarter" idx="10" hasCustomPrompt="1"/>
          </p:nvPr>
        </p:nvSpPr>
        <p:spPr>
          <a:xfrm>
            <a:off x="6894095" y="1044081"/>
            <a:ext cx="4962943" cy="2221824"/>
          </a:xfrm>
        </p:spPr>
        <p:txBody>
          <a:bodyPr anchor="ctr" anchorCtr="0"/>
          <a:lstStyle>
            <a:lvl1pPr>
              <a:defRPr/>
            </a:lvl1pPr>
          </a:lstStyle>
          <a:p>
            <a:r>
              <a:rPr lang="ru-RU" dirty="0"/>
              <a:t/>
            </a:r>
          </a:p>
        </p:txBody>
      </p:sp>
      <p:sp>
        <p:nvSpPr>
          <p:cNvPr id="2" name="Заголовок 1">
            <a:extLst>
              <a:ext uri="{FF2B5EF4-FFF2-40B4-BE49-F238E27FC236}">
                <a16:creationId xmlns:a16="http://schemas.microsoft.com/office/drawing/2014/main" id="{D1CA6654-BEE5-24C9-BC9D-BB6D2E0BEFAC}"/>
              </a:ext>
            </a:extLst>
          </p:cNvPr>
          <p:cNvSpPr>
            <a:spLocks noGrp="1"/>
          </p:cNvSpPr>
          <p:nvPr>
            <p:ph type="title" hasCustomPrompt="1"/>
          </p:nvPr>
        </p:nvSpPr>
        <p:spPr>
          <a:xfrm>
            <a:off x="346075" y="395288"/>
            <a:ext cx="11244772" cy="376138"/>
          </a:xfrm>
          <a:prstGeom prst="rect">
            <a:avLst/>
          </a:prstGeom>
        </p:spPr>
        <p:txBody>
          <a:bodyPr vert="horz" lIns="91440" tIns="45720" rIns="91440" bIns="45720" rtlCol="0" anchor="b" anchorCtr="0">
            <a:noAutofit/>
          </a:bodyPr>
          <a:lstStyle>
            <a:lvl1pPr>
              <a:defRPr/>
            </a:lvl1pPr>
          </a:lstStyle>
          <a:p>
            <a:r>
              <a:rPr lang="ru-RU" dirty="0"/>
              <a:t>КОМАНДА «НАЗВАНИЕ»</a:t>
            </a:r>
          </a:p>
        </p:txBody>
      </p:sp>
    </p:spTree>
    <p:extLst>
      <p:ext uri="{BB962C8B-B14F-4D97-AF65-F5344CB8AC3E}">
        <p14:creationId xmlns:p14="http://schemas.microsoft.com/office/powerpoint/2010/main" val="16629505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Команда">
    <p:spTree>
      <p:nvGrpSpPr>
        <p:cNvPr id="1" name=""/>
        <p:cNvGrpSpPr/>
        <p:nvPr/>
      </p:nvGrpSpPr>
      <p:grpSpPr>
        <a:xfrm>
          <a:off x="0" y="0"/>
          <a:ext cx="0" cy="0"/>
          <a:chOff x="0" y="0"/>
          <a:chExt cx="0" cy="0"/>
        </a:xfrm>
      </p:grpSpPr>
      <p:sp>
        <p:nvSpPr>
          <p:cNvPr id="5" name="Дата 3">
            <a:extLst>
              <a:ext uri="{FF2B5EF4-FFF2-40B4-BE49-F238E27FC236}">
                <a16:creationId xmlns:a16="http://schemas.microsoft.com/office/drawing/2014/main" id="{916B7A0B-21BC-45FE-AFF7-52F34B6D0F83}"/>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67EB9651-F031-4963-AFE9-33BCC0E88757}" type="datetime1">
              <a:rPr lang="ru-RU" smtClean="0"/>
              <a:t>14.09.2026</a:t>
            </a:fld>
            <a:endParaRPr lang="ru-RU"/>
          </a:p>
        </p:txBody>
      </p:sp>
      <p:sp>
        <p:nvSpPr>
          <p:cNvPr id="6" name="Нижний колонтитул 4">
            <a:extLst>
              <a:ext uri="{FF2B5EF4-FFF2-40B4-BE49-F238E27FC236}">
                <a16:creationId xmlns:a16="http://schemas.microsoft.com/office/drawing/2014/main" id="{6D393D3D-D368-4E15-8F2F-7A07229A98A8}"/>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7" name="Номер слайда 5">
            <a:extLst>
              <a:ext uri="{FF2B5EF4-FFF2-40B4-BE49-F238E27FC236}">
                <a16:creationId xmlns:a16="http://schemas.microsoft.com/office/drawing/2014/main" id="{0F5F999C-FF8F-49FD-8575-A50C0300C4F5}"/>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
        <p:nvSpPr>
          <p:cNvPr id="45" name="Заголовок 1">
            <a:extLst>
              <a:ext uri="{FF2B5EF4-FFF2-40B4-BE49-F238E27FC236}">
                <a16:creationId xmlns:a16="http://schemas.microsoft.com/office/drawing/2014/main" id="{DD9DB7EE-83C4-47FA-86C2-BDA70A053156}"/>
              </a:ext>
            </a:extLst>
          </p:cNvPr>
          <p:cNvSpPr>
            <a:spLocks noGrp="1"/>
          </p:cNvSpPr>
          <p:nvPr>
            <p:ph type="title" hasCustomPrompt="1"/>
          </p:nvPr>
        </p:nvSpPr>
        <p:spPr>
          <a:xfrm>
            <a:off x="346075" y="395288"/>
            <a:ext cx="11244772" cy="376138"/>
          </a:xfrm>
          <a:prstGeom prst="rect">
            <a:avLst/>
          </a:prstGeom>
        </p:spPr>
        <p:txBody>
          <a:bodyPr vert="horz" lIns="91440" tIns="45720" rIns="91440" bIns="45720" rtlCol="0" anchor="b" anchorCtr="0">
            <a:noAutofit/>
          </a:bodyPr>
          <a:lstStyle>
            <a:lvl1pPr>
              <a:defRPr/>
            </a:lvl1pPr>
          </a:lstStyle>
          <a:p>
            <a:r>
              <a:rPr lang="ru-RU" dirty="0"/>
              <a:t>КОМАНДА «НАЗВАНИЕ»</a:t>
            </a:r>
          </a:p>
        </p:txBody>
      </p:sp>
      <p:sp>
        <p:nvSpPr>
          <p:cNvPr id="47" name="Текст 35">
            <a:extLst>
              <a:ext uri="{FF2B5EF4-FFF2-40B4-BE49-F238E27FC236}">
                <a16:creationId xmlns:a16="http://schemas.microsoft.com/office/drawing/2014/main" id="{FACA3955-006D-424E-AF29-FC0EE3BE8601}"/>
              </a:ext>
            </a:extLst>
          </p:cNvPr>
          <p:cNvSpPr>
            <a:spLocks noGrp="1"/>
          </p:cNvSpPr>
          <p:nvPr>
            <p:ph type="body" sz="quarter" idx="27" hasCustomPrompt="1"/>
          </p:nvPr>
        </p:nvSpPr>
        <p:spPr>
          <a:xfrm>
            <a:off x="806323" y="4192124"/>
            <a:ext cx="1843581" cy="1576498"/>
          </a:xfrm>
          <a:prstGeom prst="rect">
            <a:avLst/>
          </a:prstGeom>
          <a:ln>
            <a:noFill/>
          </a:ln>
        </p:spPr>
        <p:txBody>
          <a:bodyPr>
            <a:normAutofit/>
          </a:bodyPr>
          <a:lstStyle>
            <a:lvl1pPr marL="144688" indent="-144688">
              <a:buClr>
                <a:schemeClr val="accent1"/>
              </a:buClr>
              <a:buFont typeface="Wingdings" pitchFamily="2" charset="2"/>
              <a:buChar char="§"/>
              <a:defRPr sz="1400"/>
            </a:lvl1pPr>
          </a:lstStyle>
          <a:p>
            <a:pPr lvl="0"/>
            <a:r>
              <a:rPr lang="ru-RU" dirty="0"/>
              <a:t/>
            </a:r>
          </a:p>
          <a:p>
            <a:pPr lvl="0"/>
            <a:r>
              <a:rPr lang="en-US" dirty="0"/>
              <a:t/>
            </a:r>
          </a:p>
          <a:p>
            <a:pPr lvl="0"/>
            <a:r>
              <a:rPr lang="ru-RU" dirty="0"/>
              <a:t/>
            </a:r>
          </a:p>
        </p:txBody>
      </p:sp>
      <p:sp>
        <p:nvSpPr>
          <p:cNvPr id="49" name="Текст 35">
            <a:extLst>
              <a:ext uri="{FF2B5EF4-FFF2-40B4-BE49-F238E27FC236}">
                <a16:creationId xmlns:a16="http://schemas.microsoft.com/office/drawing/2014/main" id="{D134429E-1F41-4952-92F7-E1A3625ABBD9}"/>
              </a:ext>
            </a:extLst>
          </p:cNvPr>
          <p:cNvSpPr>
            <a:spLocks noGrp="1"/>
          </p:cNvSpPr>
          <p:nvPr>
            <p:ph type="body" sz="quarter" idx="33" hasCustomPrompt="1"/>
          </p:nvPr>
        </p:nvSpPr>
        <p:spPr>
          <a:xfrm>
            <a:off x="3014568" y="4192124"/>
            <a:ext cx="1843581" cy="1576498"/>
          </a:xfrm>
          <a:prstGeom prst="rect">
            <a:avLst/>
          </a:prstGeom>
          <a:ln>
            <a:noFill/>
          </a:ln>
        </p:spPr>
        <p:txBody>
          <a:bodyPr>
            <a:normAutofit/>
          </a:bodyPr>
          <a:lstStyle>
            <a:lvl1pPr marL="144688" indent="-144688">
              <a:buClr>
                <a:schemeClr val="accent1"/>
              </a:buClr>
              <a:buFont typeface="Wingdings" pitchFamily="2" charset="2"/>
              <a:buChar char="§"/>
              <a:defRPr sz="1400"/>
            </a:lvl1pPr>
          </a:lstStyle>
          <a:p>
            <a:pPr lvl="0"/>
            <a:r>
              <a:rPr lang="ru-RU" dirty="0"/>
              <a:t/>
            </a:r>
          </a:p>
          <a:p>
            <a:pPr lvl="0"/>
            <a:r>
              <a:rPr lang="en-US" dirty="0"/>
              <a:t/>
            </a:r>
          </a:p>
          <a:p>
            <a:pPr lvl="0"/>
            <a:r>
              <a:rPr lang="ru-RU" dirty="0"/>
              <a:t/>
            </a:r>
          </a:p>
        </p:txBody>
      </p:sp>
      <p:sp>
        <p:nvSpPr>
          <p:cNvPr id="51" name="Текст 35">
            <a:extLst>
              <a:ext uri="{FF2B5EF4-FFF2-40B4-BE49-F238E27FC236}">
                <a16:creationId xmlns:a16="http://schemas.microsoft.com/office/drawing/2014/main" id="{62B71317-1166-483E-8736-3204197AE648}"/>
              </a:ext>
            </a:extLst>
          </p:cNvPr>
          <p:cNvSpPr>
            <a:spLocks noGrp="1"/>
          </p:cNvSpPr>
          <p:nvPr>
            <p:ph type="body" sz="quarter" idx="35" hasCustomPrompt="1"/>
          </p:nvPr>
        </p:nvSpPr>
        <p:spPr>
          <a:xfrm>
            <a:off x="5191192" y="4192124"/>
            <a:ext cx="1843581" cy="1576498"/>
          </a:xfrm>
          <a:prstGeom prst="rect">
            <a:avLst/>
          </a:prstGeom>
          <a:ln>
            <a:noFill/>
          </a:ln>
        </p:spPr>
        <p:txBody>
          <a:bodyPr>
            <a:normAutofit/>
          </a:bodyPr>
          <a:lstStyle>
            <a:lvl1pPr marL="144688" indent="-144688">
              <a:buClr>
                <a:schemeClr val="accent1"/>
              </a:buClr>
              <a:buFont typeface="Wingdings" pitchFamily="2" charset="2"/>
              <a:buChar char="§"/>
              <a:defRPr sz="1400"/>
            </a:lvl1pPr>
          </a:lstStyle>
          <a:p>
            <a:pPr lvl="0"/>
            <a:r>
              <a:rPr lang="ru-RU" dirty="0"/>
              <a:t/>
            </a:r>
          </a:p>
          <a:p>
            <a:pPr lvl="0"/>
            <a:r>
              <a:rPr lang="en-US" dirty="0"/>
              <a:t/>
            </a:r>
          </a:p>
          <a:p>
            <a:pPr lvl="0"/>
            <a:r>
              <a:rPr lang="ru-RU" dirty="0"/>
              <a:t/>
            </a:r>
          </a:p>
        </p:txBody>
      </p:sp>
      <p:sp>
        <p:nvSpPr>
          <p:cNvPr id="53" name="Текст 35">
            <a:extLst>
              <a:ext uri="{FF2B5EF4-FFF2-40B4-BE49-F238E27FC236}">
                <a16:creationId xmlns:a16="http://schemas.microsoft.com/office/drawing/2014/main" id="{FE441C73-4DA4-470D-B9C8-52D6075710B5}"/>
              </a:ext>
            </a:extLst>
          </p:cNvPr>
          <p:cNvSpPr>
            <a:spLocks noGrp="1"/>
          </p:cNvSpPr>
          <p:nvPr>
            <p:ph type="body" sz="quarter" idx="37" hasCustomPrompt="1"/>
          </p:nvPr>
        </p:nvSpPr>
        <p:spPr>
          <a:xfrm>
            <a:off x="7366644" y="4192124"/>
            <a:ext cx="1843581" cy="1576498"/>
          </a:xfrm>
          <a:prstGeom prst="rect">
            <a:avLst/>
          </a:prstGeom>
          <a:ln>
            <a:noFill/>
          </a:ln>
        </p:spPr>
        <p:txBody>
          <a:bodyPr>
            <a:normAutofit/>
          </a:bodyPr>
          <a:lstStyle>
            <a:lvl1pPr marL="144688" indent="-144688">
              <a:buClr>
                <a:schemeClr val="accent1"/>
              </a:buClr>
              <a:buFont typeface="Wingdings" pitchFamily="2" charset="2"/>
              <a:buChar char="§"/>
              <a:defRPr sz="1400"/>
            </a:lvl1pPr>
          </a:lstStyle>
          <a:p>
            <a:pPr lvl="0"/>
            <a:r>
              <a:rPr lang="ru-RU" dirty="0"/>
              <a:t/>
            </a:r>
          </a:p>
          <a:p>
            <a:pPr lvl="0"/>
            <a:r>
              <a:rPr lang="en-US" dirty="0"/>
              <a:t/>
            </a:r>
          </a:p>
          <a:p>
            <a:pPr lvl="0"/>
            <a:r>
              <a:rPr lang="ru-RU" dirty="0"/>
              <a:t/>
            </a:r>
          </a:p>
        </p:txBody>
      </p:sp>
      <p:sp>
        <p:nvSpPr>
          <p:cNvPr id="55" name="Текст 35">
            <a:extLst>
              <a:ext uri="{FF2B5EF4-FFF2-40B4-BE49-F238E27FC236}">
                <a16:creationId xmlns:a16="http://schemas.microsoft.com/office/drawing/2014/main" id="{8792BADF-06A6-41F5-BB39-A425B78E145D}"/>
              </a:ext>
            </a:extLst>
          </p:cNvPr>
          <p:cNvSpPr>
            <a:spLocks noGrp="1"/>
          </p:cNvSpPr>
          <p:nvPr>
            <p:ph type="body" sz="quarter" idx="39" hasCustomPrompt="1"/>
          </p:nvPr>
        </p:nvSpPr>
        <p:spPr>
          <a:xfrm>
            <a:off x="9542096" y="4192124"/>
            <a:ext cx="1843581" cy="1576498"/>
          </a:xfrm>
          <a:prstGeom prst="rect">
            <a:avLst/>
          </a:prstGeom>
          <a:ln>
            <a:noFill/>
          </a:ln>
        </p:spPr>
        <p:txBody>
          <a:bodyPr>
            <a:normAutofit/>
          </a:bodyPr>
          <a:lstStyle>
            <a:lvl1pPr marL="144688" indent="-144688">
              <a:buClr>
                <a:schemeClr val="accent1"/>
              </a:buClr>
              <a:buFont typeface="Wingdings" pitchFamily="2" charset="2"/>
              <a:buChar char="§"/>
              <a:defRPr sz="1400"/>
            </a:lvl1pPr>
          </a:lstStyle>
          <a:p>
            <a:pPr lvl="0"/>
            <a:r>
              <a:rPr lang="ru-RU" dirty="0"/>
              <a:t/>
            </a:r>
          </a:p>
          <a:p>
            <a:pPr lvl="0"/>
            <a:r>
              <a:rPr lang="en-US" dirty="0"/>
              <a:t/>
            </a:r>
          </a:p>
          <a:p>
            <a:pPr lvl="0"/>
            <a:r>
              <a:rPr lang="ru-RU" dirty="0"/>
              <a:t/>
            </a:r>
          </a:p>
        </p:txBody>
      </p:sp>
    </p:spTree>
    <p:extLst>
      <p:ext uri="{BB962C8B-B14F-4D97-AF65-F5344CB8AC3E}">
        <p14:creationId xmlns:p14="http://schemas.microsoft.com/office/powerpoint/2010/main" val="2187435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Пустой с заголовком">
    <p:spTree>
      <p:nvGrpSpPr>
        <p:cNvPr id="1" name=""/>
        <p:cNvGrpSpPr/>
        <p:nvPr/>
      </p:nvGrpSpPr>
      <p:grpSpPr>
        <a:xfrm>
          <a:off x="0" y="0"/>
          <a:ext cx="0" cy="0"/>
          <a:chOff x="0" y="0"/>
          <a:chExt cx="0" cy="0"/>
        </a:xfrm>
      </p:grpSpPr>
      <p:sp>
        <p:nvSpPr>
          <p:cNvPr id="9" name="Дата 3">
            <a:extLst>
              <a:ext uri="{FF2B5EF4-FFF2-40B4-BE49-F238E27FC236}">
                <a16:creationId xmlns:a16="http://schemas.microsoft.com/office/drawing/2014/main" id="{1BE2B7EA-895D-4C57-B021-3ADF48C59837}"/>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1021F813-DBA1-42EC-A748-A9CC16659E6B}" type="datetime1">
              <a:rPr lang="ru-RU" smtClean="0"/>
              <a:t>14.09.2026</a:t>
            </a:fld>
            <a:endParaRPr lang="ru-RU"/>
          </a:p>
        </p:txBody>
      </p:sp>
      <p:sp>
        <p:nvSpPr>
          <p:cNvPr id="10" name="Нижний колонтитул 4">
            <a:extLst>
              <a:ext uri="{FF2B5EF4-FFF2-40B4-BE49-F238E27FC236}">
                <a16:creationId xmlns:a16="http://schemas.microsoft.com/office/drawing/2014/main" id="{8A502BD2-9512-4029-B654-E898F0583F06}"/>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11" name="Номер слайда 5">
            <a:extLst>
              <a:ext uri="{FF2B5EF4-FFF2-40B4-BE49-F238E27FC236}">
                <a16:creationId xmlns:a16="http://schemas.microsoft.com/office/drawing/2014/main" id="{E6724899-9B39-4945-8292-0304D1DFF6A6}"/>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Tree>
    <p:extLst>
      <p:ext uri="{BB962C8B-B14F-4D97-AF65-F5344CB8AC3E}">
        <p14:creationId xmlns:p14="http://schemas.microsoft.com/office/powerpoint/2010/main" val="1066432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Заголовок и объект">
    <p:spTree>
      <p:nvGrpSpPr>
        <p:cNvPr id="1" name=""/>
        <p:cNvGrpSpPr/>
        <p:nvPr/>
      </p:nvGrpSpPr>
      <p:grpSpPr>
        <a:xfrm>
          <a:off x="0" y="0"/>
          <a:ext cx="0" cy="0"/>
          <a:chOff x="0" y="0"/>
          <a:chExt cx="0" cy="0"/>
        </a:xfrm>
      </p:grpSpPr>
      <p:sp>
        <p:nvSpPr>
          <p:cNvPr id="20" name="Текст 2">
            <a:extLst>
              <a:ext uri="{FF2B5EF4-FFF2-40B4-BE49-F238E27FC236}">
                <a16:creationId xmlns:a16="http://schemas.microsoft.com/office/drawing/2014/main" id="{35915C91-9468-44E0-9A6A-47C151E1C596}"/>
              </a:ext>
            </a:extLst>
          </p:cNvPr>
          <p:cNvSpPr>
            <a:spLocks noGrp="1"/>
          </p:cNvSpPr>
          <p:nvPr>
            <p:ph idx="1"/>
          </p:nvPr>
        </p:nvSpPr>
        <p:spPr>
          <a:xfrm>
            <a:off x="315392" y="1016177"/>
            <a:ext cx="11561229" cy="5160793"/>
          </a:xfrm>
          <a:prstGeom prst="rect">
            <a:avLst/>
          </a:prstGeom>
        </p:spPr>
        <p:txBody>
          <a:bodyPr vert="horz" lIns="91440" tIns="45720" rIns="91440" bIns="45720" rtlCol="0">
            <a:normAutofit/>
          </a:bodyPr>
          <a:lstStyle>
            <a:lvl1pPr>
              <a:defRPr>
                <a:solidFill>
                  <a:schemeClr val="bg1">
                    <a:lumMod val="95000"/>
                  </a:schemeClr>
                </a:solidFill>
              </a:defRPr>
            </a:lvl1pPr>
            <a:lvl2pPr>
              <a:defRPr>
                <a:solidFill>
                  <a:schemeClr val="bg1">
                    <a:lumMod val="95000"/>
                  </a:schemeClr>
                </a:solidFill>
              </a:defRPr>
            </a:lvl2pPr>
            <a:lvl3pPr>
              <a:defRPr>
                <a:solidFill>
                  <a:schemeClr val="bg1">
                    <a:lumMod val="95000"/>
                  </a:schemeClr>
                </a:solidFill>
              </a:defRPr>
            </a:lvl3pPr>
            <a:lvl4pPr>
              <a:defRPr>
                <a:solidFill>
                  <a:schemeClr val="bg1">
                    <a:lumMod val="95000"/>
                  </a:schemeClr>
                </a:solidFill>
              </a:defRPr>
            </a:lvl4pPr>
            <a:lvl5pPr>
              <a:defRPr>
                <a:solidFill>
                  <a:schemeClr val="bg1">
                    <a:lumMod val="95000"/>
                  </a:schemeClr>
                </a:solidFill>
              </a:defRPr>
            </a:lvl5pPr>
          </a:lstStyle>
          <a:p>
            <a:pPr lvl="0"/>
            <a:r>
              <a:rPr lang="ru-RU" dirty="0"/>
              <a:t/>
            </a:r>
          </a:p>
          <a:p>
            <a:pPr lvl="1"/>
            <a:r>
              <a:rPr lang="ru-RU" dirty="0"/>
              <a:t/>
            </a:r>
          </a:p>
          <a:p>
            <a:pPr lvl="2"/>
            <a:r>
              <a:rPr lang="ru-RU" dirty="0"/>
              <a:t/>
            </a:r>
          </a:p>
          <a:p>
            <a:pPr lvl="3"/>
            <a:r>
              <a:rPr lang="ru-RU" dirty="0"/>
              <a:t/>
            </a:r>
          </a:p>
          <a:p>
            <a:pPr lvl="4"/>
            <a:r>
              <a:rPr lang="ru-RU" dirty="0"/>
              <a:t/>
            </a:r>
          </a:p>
        </p:txBody>
      </p:sp>
      <p:sp>
        <p:nvSpPr>
          <p:cNvPr id="21" name="Дата 3">
            <a:extLst>
              <a:ext uri="{FF2B5EF4-FFF2-40B4-BE49-F238E27FC236}">
                <a16:creationId xmlns:a16="http://schemas.microsoft.com/office/drawing/2014/main" id="{6043336A-E468-4FC7-B11B-D72F244391A9}"/>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7DE2642A-6018-4CC1-81AB-5FD8D2782D4F}" type="datetime1">
              <a:rPr lang="ru-RU" smtClean="0"/>
              <a:t>14.09.2026</a:t>
            </a:fld>
            <a:endParaRPr lang="ru-RU"/>
          </a:p>
        </p:txBody>
      </p:sp>
      <p:sp>
        <p:nvSpPr>
          <p:cNvPr id="22" name="Нижний колонтитул 4">
            <a:extLst>
              <a:ext uri="{FF2B5EF4-FFF2-40B4-BE49-F238E27FC236}">
                <a16:creationId xmlns:a16="http://schemas.microsoft.com/office/drawing/2014/main" id="{49E78A2F-D265-4D7D-BF63-75BF9ACF92A0}"/>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23" name="Номер слайда 5">
            <a:extLst>
              <a:ext uri="{FF2B5EF4-FFF2-40B4-BE49-F238E27FC236}">
                <a16:creationId xmlns:a16="http://schemas.microsoft.com/office/drawing/2014/main" id="{25A0EB89-1F02-40E6-9D89-EAA34874BF0D}"/>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
        <p:nvSpPr>
          <p:cNvPr id="24" name="Заголовок 1">
            <a:extLst>
              <a:ext uri="{FF2B5EF4-FFF2-40B4-BE49-F238E27FC236}">
                <a16:creationId xmlns:a16="http://schemas.microsoft.com/office/drawing/2014/main" id="{D3BCB09B-B5ED-4308-BCBC-7DB6BF7E0D1C}"/>
              </a:ext>
            </a:extLst>
          </p:cNvPr>
          <p:cNvSpPr>
            <a:spLocks noGrp="1"/>
          </p:cNvSpPr>
          <p:nvPr>
            <p:ph type="title"/>
          </p:nvPr>
        </p:nvSpPr>
        <p:spPr>
          <a:xfrm>
            <a:off x="346075" y="421226"/>
            <a:ext cx="9862734" cy="376138"/>
          </a:xfrm>
          <a:prstGeom prst="rect">
            <a:avLst/>
          </a:prstGeom>
        </p:spPr>
        <p:txBody>
          <a:bodyPr vert="horz" lIns="91440" tIns="45720" rIns="91440" bIns="45720" rtlCol="0" anchor="b" anchorCtr="0">
            <a:noAutofit/>
          </a:bodyPr>
          <a:lstStyle>
            <a:lvl1pPr>
              <a:defRPr>
                <a:solidFill>
                  <a:schemeClr val="bg1">
                    <a:lumMod val="95000"/>
                  </a:schemeClr>
                </a:solidFill>
              </a:defRPr>
            </a:lvl1pPr>
          </a:lstStyle>
          <a:p>
            <a:r>
              <a:rPr lang="ru-RU" dirty="0"/>
              <a:t>ОБРАЗЕЦ ЗАГОЛОВКА</a:t>
            </a:r>
          </a:p>
        </p:txBody>
      </p:sp>
    </p:spTree>
    <p:extLst>
      <p:ext uri="{BB962C8B-B14F-4D97-AF65-F5344CB8AC3E}">
        <p14:creationId xmlns:p14="http://schemas.microsoft.com/office/powerpoint/2010/main" val="3246889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Два объекта">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DE4079CB-26E5-4E7E-8375-84F474844853}"/>
              </a:ext>
            </a:extLst>
          </p:cNvPr>
          <p:cNvSpPr>
            <a:spLocks noGrp="1"/>
          </p:cNvSpPr>
          <p:nvPr>
            <p:ph sz="half" idx="1"/>
          </p:nvPr>
        </p:nvSpPr>
        <p:spPr>
          <a:xfrm>
            <a:off x="315387" y="1016001"/>
            <a:ext cx="5704418" cy="5184774"/>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C0B9B70F-56BE-4BFF-9AF1-3E24439A89A7}"/>
              </a:ext>
            </a:extLst>
          </p:cNvPr>
          <p:cNvSpPr>
            <a:spLocks noGrp="1"/>
          </p:cNvSpPr>
          <p:nvPr>
            <p:ph sz="half" idx="2"/>
          </p:nvPr>
        </p:nvSpPr>
        <p:spPr>
          <a:xfrm>
            <a:off x="6172206" y="1016001"/>
            <a:ext cx="5670473" cy="5184774"/>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14" name="Дата 3">
            <a:extLst>
              <a:ext uri="{FF2B5EF4-FFF2-40B4-BE49-F238E27FC236}">
                <a16:creationId xmlns:a16="http://schemas.microsoft.com/office/drawing/2014/main" id="{A4424B46-3BA8-41B1-9808-8558C0F0E6E4}"/>
              </a:ext>
            </a:extLst>
          </p:cNvPr>
          <p:cNvSpPr>
            <a:spLocks noGrp="1"/>
          </p:cNvSpPr>
          <p:nvPr>
            <p:ph type="dt" sz="half" idx="10"/>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43014BBE-C503-4380-A869-5EE8294FE947}" type="datetime1">
              <a:rPr lang="ru-RU" smtClean="0"/>
              <a:t>14.09.2026</a:t>
            </a:fld>
            <a:endParaRPr lang="ru-RU"/>
          </a:p>
        </p:txBody>
      </p:sp>
      <p:sp>
        <p:nvSpPr>
          <p:cNvPr id="15" name="Нижний колонтитул 4">
            <a:extLst>
              <a:ext uri="{FF2B5EF4-FFF2-40B4-BE49-F238E27FC236}">
                <a16:creationId xmlns:a16="http://schemas.microsoft.com/office/drawing/2014/main" id="{4D73747B-1894-47A4-9E8B-797D1562EA76}"/>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16" name="Номер слайда 5">
            <a:extLst>
              <a:ext uri="{FF2B5EF4-FFF2-40B4-BE49-F238E27FC236}">
                <a16:creationId xmlns:a16="http://schemas.microsoft.com/office/drawing/2014/main" id="{0C3B5973-5E99-43F7-82C6-8E450D7A9851}"/>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
        <p:nvSpPr>
          <p:cNvPr id="17" name="Заголовок 1">
            <a:extLst>
              <a:ext uri="{FF2B5EF4-FFF2-40B4-BE49-F238E27FC236}">
                <a16:creationId xmlns:a16="http://schemas.microsoft.com/office/drawing/2014/main" id="{96698D82-4C1C-4876-84CF-285AAC9104D9}"/>
              </a:ext>
            </a:extLst>
          </p:cNvPr>
          <p:cNvSpPr>
            <a:spLocks noGrp="1"/>
          </p:cNvSpPr>
          <p:nvPr>
            <p:ph type="title"/>
          </p:nvPr>
        </p:nvSpPr>
        <p:spPr>
          <a:xfrm>
            <a:off x="346075" y="421226"/>
            <a:ext cx="9862734" cy="376138"/>
          </a:xfrm>
          <a:prstGeom prst="rect">
            <a:avLst/>
          </a:prstGeom>
        </p:spPr>
        <p:txBody>
          <a:bodyPr vert="horz" lIns="91440" tIns="45720" rIns="91440" bIns="45720" rtlCol="0" anchor="b" anchorCtr="0">
            <a:noAutofit/>
          </a:bodyPr>
          <a:lstStyle/>
          <a:p>
            <a:r>
              <a:rPr lang="ru-RU" dirty="0"/>
              <a:t>ОБРАЗЕЦ ЗАГОЛОВКА</a:t>
            </a:r>
          </a:p>
        </p:txBody>
      </p:sp>
    </p:spTree>
    <p:extLst>
      <p:ext uri="{BB962C8B-B14F-4D97-AF65-F5344CB8AC3E}">
        <p14:creationId xmlns:p14="http://schemas.microsoft.com/office/powerpoint/2010/main" val="215869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Сравнение">
    <p:spTree>
      <p:nvGrpSpPr>
        <p:cNvPr id="1" name=""/>
        <p:cNvGrpSpPr/>
        <p:nvPr/>
      </p:nvGrpSpPr>
      <p:grpSpPr>
        <a:xfrm>
          <a:off x="0" y="0"/>
          <a:ext cx="0" cy="0"/>
          <a:chOff x="0" y="0"/>
          <a:chExt cx="0" cy="0"/>
        </a:xfrm>
      </p:grpSpPr>
      <p:sp>
        <p:nvSpPr>
          <p:cNvPr id="3" name="Текст 2">
            <a:extLst>
              <a:ext uri="{FF2B5EF4-FFF2-40B4-BE49-F238E27FC236}">
                <a16:creationId xmlns:a16="http://schemas.microsoft.com/office/drawing/2014/main" id="{D286EEAA-87D1-47A5-B9C0-E5BAD703F03A}"/>
              </a:ext>
            </a:extLst>
          </p:cNvPr>
          <p:cNvSpPr>
            <a:spLocks noGrp="1"/>
          </p:cNvSpPr>
          <p:nvPr>
            <p:ph type="body" idx="1"/>
          </p:nvPr>
        </p:nvSpPr>
        <p:spPr>
          <a:xfrm>
            <a:off x="315386" y="1015427"/>
            <a:ext cx="5682193" cy="365125"/>
          </a:xfrm>
        </p:spPr>
        <p:txBody>
          <a:bodyPr anchor="b">
            <a:normAutofit/>
          </a:bodyPr>
          <a:lstStyle>
            <a:lvl1pPr marL="0" indent="0">
              <a:buNone/>
              <a:defRPr sz="1400" b="1"/>
            </a:lvl1pPr>
            <a:lvl2pPr marL="289378" indent="0">
              <a:buNone/>
              <a:defRPr sz="1266" b="1"/>
            </a:lvl2pPr>
            <a:lvl3pPr marL="578755" indent="0">
              <a:buNone/>
              <a:defRPr sz="1141" b="1"/>
            </a:lvl3pPr>
            <a:lvl4pPr marL="868132" indent="0">
              <a:buNone/>
              <a:defRPr sz="1013" b="1"/>
            </a:lvl4pPr>
            <a:lvl5pPr marL="1157510" indent="0">
              <a:buNone/>
              <a:defRPr sz="1013" b="1"/>
            </a:lvl5pPr>
            <a:lvl6pPr marL="1446887" indent="0">
              <a:buNone/>
              <a:defRPr sz="1013" b="1"/>
            </a:lvl6pPr>
            <a:lvl7pPr marL="1736266" indent="0">
              <a:buNone/>
              <a:defRPr sz="1013" b="1"/>
            </a:lvl7pPr>
            <a:lvl8pPr marL="2025644" indent="0">
              <a:buNone/>
              <a:defRPr sz="1013" b="1"/>
            </a:lvl8pPr>
            <a:lvl9pPr marL="2315021" indent="0">
              <a:buNone/>
              <a:defRPr sz="1013" b="1"/>
            </a:lvl9pPr>
          </a:lstStyle>
          <a:p>
            <a:pPr lvl="0"/>
            <a:r>
              <a:rPr lang="ru-RU"/>
              <a:t>Образец текста</a:t>
            </a:r>
          </a:p>
        </p:txBody>
      </p:sp>
      <p:sp>
        <p:nvSpPr>
          <p:cNvPr id="4" name="Объект 3">
            <a:extLst>
              <a:ext uri="{FF2B5EF4-FFF2-40B4-BE49-F238E27FC236}">
                <a16:creationId xmlns:a16="http://schemas.microsoft.com/office/drawing/2014/main" id="{4A2D29F1-B583-4C98-B07B-171DC3552B42}"/>
              </a:ext>
            </a:extLst>
          </p:cNvPr>
          <p:cNvSpPr>
            <a:spLocks noGrp="1"/>
          </p:cNvSpPr>
          <p:nvPr>
            <p:ph sz="half" idx="2"/>
          </p:nvPr>
        </p:nvSpPr>
        <p:spPr>
          <a:xfrm>
            <a:off x="349334" y="1598615"/>
            <a:ext cx="5648250" cy="460216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RU" dirty="0"/>
          </a:p>
        </p:txBody>
      </p:sp>
      <p:sp>
        <p:nvSpPr>
          <p:cNvPr id="5" name="Текст 4">
            <a:extLst>
              <a:ext uri="{FF2B5EF4-FFF2-40B4-BE49-F238E27FC236}">
                <a16:creationId xmlns:a16="http://schemas.microsoft.com/office/drawing/2014/main" id="{DE6D3064-465D-4982-AF9F-41FF98FCBF98}"/>
              </a:ext>
            </a:extLst>
          </p:cNvPr>
          <p:cNvSpPr>
            <a:spLocks noGrp="1"/>
          </p:cNvSpPr>
          <p:nvPr>
            <p:ph type="body" sz="quarter" idx="3"/>
          </p:nvPr>
        </p:nvSpPr>
        <p:spPr>
          <a:xfrm>
            <a:off x="6172205" y="1015427"/>
            <a:ext cx="5684841" cy="365125"/>
          </a:xfrm>
        </p:spPr>
        <p:txBody>
          <a:bodyPr anchor="b">
            <a:normAutofit/>
          </a:bodyPr>
          <a:lstStyle>
            <a:lvl1pPr marL="0" indent="0">
              <a:buNone/>
              <a:defRPr sz="1400" b="1"/>
            </a:lvl1pPr>
            <a:lvl2pPr marL="289378" indent="0">
              <a:buNone/>
              <a:defRPr sz="1266" b="1"/>
            </a:lvl2pPr>
            <a:lvl3pPr marL="578755" indent="0">
              <a:buNone/>
              <a:defRPr sz="1141" b="1"/>
            </a:lvl3pPr>
            <a:lvl4pPr marL="868132" indent="0">
              <a:buNone/>
              <a:defRPr sz="1013" b="1"/>
            </a:lvl4pPr>
            <a:lvl5pPr marL="1157510" indent="0">
              <a:buNone/>
              <a:defRPr sz="1013" b="1"/>
            </a:lvl5pPr>
            <a:lvl6pPr marL="1446887" indent="0">
              <a:buNone/>
              <a:defRPr sz="1013" b="1"/>
            </a:lvl6pPr>
            <a:lvl7pPr marL="1736266" indent="0">
              <a:buNone/>
              <a:defRPr sz="1013" b="1"/>
            </a:lvl7pPr>
            <a:lvl8pPr marL="2025644" indent="0">
              <a:buNone/>
              <a:defRPr sz="1013" b="1"/>
            </a:lvl8pPr>
            <a:lvl9pPr marL="2315021" indent="0">
              <a:buNone/>
              <a:defRPr sz="1013" b="1"/>
            </a:lvl9pPr>
          </a:lstStyle>
          <a:p>
            <a:pPr lvl="0"/>
            <a:r>
              <a:rPr lang="ru-RU"/>
              <a:t>Образец текста</a:t>
            </a:r>
          </a:p>
        </p:txBody>
      </p:sp>
      <p:sp>
        <p:nvSpPr>
          <p:cNvPr id="6" name="Объект 5">
            <a:extLst>
              <a:ext uri="{FF2B5EF4-FFF2-40B4-BE49-F238E27FC236}">
                <a16:creationId xmlns:a16="http://schemas.microsoft.com/office/drawing/2014/main" id="{960E92CA-C4D7-4946-B437-9FCD4AA3134C}"/>
              </a:ext>
            </a:extLst>
          </p:cNvPr>
          <p:cNvSpPr>
            <a:spLocks noGrp="1"/>
          </p:cNvSpPr>
          <p:nvPr>
            <p:ph sz="quarter" idx="4"/>
          </p:nvPr>
        </p:nvSpPr>
        <p:spPr>
          <a:xfrm>
            <a:off x="6172202" y="1598615"/>
            <a:ext cx="5670473" cy="460216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12" name="Дата 3">
            <a:extLst>
              <a:ext uri="{FF2B5EF4-FFF2-40B4-BE49-F238E27FC236}">
                <a16:creationId xmlns:a16="http://schemas.microsoft.com/office/drawing/2014/main" id="{50BC46DB-57AA-4551-8F67-742F842E120D}"/>
              </a:ext>
            </a:extLst>
          </p:cNvPr>
          <p:cNvSpPr>
            <a:spLocks noGrp="1"/>
          </p:cNvSpPr>
          <p:nvPr>
            <p:ph type="dt" sz="half" idx="10"/>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0D568497-304A-497F-ADAE-97D3CF462C1C}" type="datetime1">
              <a:rPr lang="ru-RU" smtClean="0"/>
              <a:t>14.09.2026</a:t>
            </a:fld>
            <a:endParaRPr lang="ru-RU"/>
          </a:p>
        </p:txBody>
      </p:sp>
      <p:sp>
        <p:nvSpPr>
          <p:cNvPr id="13" name="Нижний колонтитул 4">
            <a:extLst>
              <a:ext uri="{FF2B5EF4-FFF2-40B4-BE49-F238E27FC236}">
                <a16:creationId xmlns:a16="http://schemas.microsoft.com/office/drawing/2014/main" id="{F2048DE5-D653-4BDE-8495-A22EF4A50AE4}"/>
              </a:ext>
            </a:extLst>
          </p:cNvPr>
          <p:cNvSpPr>
            <a:spLocks noGrp="1"/>
          </p:cNvSpPr>
          <p:nvPr>
            <p:ph type="ftr" sz="quarter" idx="11"/>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14" name="Номер слайда 5">
            <a:extLst>
              <a:ext uri="{FF2B5EF4-FFF2-40B4-BE49-F238E27FC236}">
                <a16:creationId xmlns:a16="http://schemas.microsoft.com/office/drawing/2014/main" id="{E0E8C4D1-B7B4-4A6B-87A1-354341CD6A0F}"/>
              </a:ext>
            </a:extLst>
          </p:cNvPr>
          <p:cNvSpPr>
            <a:spLocks noGrp="1"/>
          </p:cNvSpPr>
          <p:nvPr>
            <p:ph type="sldNum" sz="quarter" idx="12"/>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
        <p:nvSpPr>
          <p:cNvPr id="15" name="Заголовок 1">
            <a:extLst>
              <a:ext uri="{FF2B5EF4-FFF2-40B4-BE49-F238E27FC236}">
                <a16:creationId xmlns:a16="http://schemas.microsoft.com/office/drawing/2014/main" id="{B533CD5F-4B3E-426C-9977-6EFBE36EEA5D}"/>
              </a:ext>
            </a:extLst>
          </p:cNvPr>
          <p:cNvSpPr>
            <a:spLocks noGrp="1"/>
          </p:cNvSpPr>
          <p:nvPr>
            <p:ph type="title"/>
          </p:nvPr>
        </p:nvSpPr>
        <p:spPr>
          <a:xfrm>
            <a:off x="349334" y="421226"/>
            <a:ext cx="9862734" cy="376138"/>
          </a:xfrm>
          <a:prstGeom prst="rect">
            <a:avLst/>
          </a:prstGeom>
        </p:spPr>
        <p:txBody>
          <a:bodyPr vert="horz" lIns="91440" tIns="45720" rIns="91440" bIns="45720" rtlCol="0" anchor="b" anchorCtr="0">
            <a:noAutofit/>
          </a:bodyPr>
          <a:lstStyle/>
          <a:p>
            <a:r>
              <a:rPr lang="ru-RU" dirty="0"/>
              <a:t>ОБРАЗЕЦ ЗАГОЛОВКА</a:t>
            </a:r>
          </a:p>
        </p:txBody>
      </p:sp>
    </p:spTree>
    <p:extLst>
      <p:ext uri="{BB962C8B-B14F-4D97-AF65-F5344CB8AC3E}">
        <p14:creationId xmlns:p14="http://schemas.microsoft.com/office/powerpoint/2010/main" val="1449471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5" name="Дата 3">
            <a:extLst>
              <a:ext uri="{FF2B5EF4-FFF2-40B4-BE49-F238E27FC236}">
                <a16:creationId xmlns:a16="http://schemas.microsoft.com/office/drawing/2014/main" id="{916B7A0B-21BC-45FE-AFF7-52F34B6D0F83}"/>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92CB240C-04A3-49D4-83F9-87A9C6C414DC}" type="datetime1">
              <a:rPr lang="ru-RU" smtClean="0"/>
              <a:t>14.09.2026</a:t>
            </a:fld>
            <a:endParaRPr lang="ru-RU"/>
          </a:p>
        </p:txBody>
      </p:sp>
      <p:sp>
        <p:nvSpPr>
          <p:cNvPr id="6" name="Нижний колонтитул 4">
            <a:extLst>
              <a:ext uri="{FF2B5EF4-FFF2-40B4-BE49-F238E27FC236}">
                <a16:creationId xmlns:a16="http://schemas.microsoft.com/office/drawing/2014/main" id="{6D393D3D-D368-4E15-8F2F-7A07229A98A8}"/>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7" name="Номер слайда 5">
            <a:extLst>
              <a:ext uri="{FF2B5EF4-FFF2-40B4-BE49-F238E27FC236}">
                <a16:creationId xmlns:a16="http://schemas.microsoft.com/office/drawing/2014/main" id="{0F5F999C-FF8F-49FD-8575-A50C0300C4F5}"/>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Tree>
    <p:extLst>
      <p:ext uri="{BB962C8B-B14F-4D97-AF65-F5344CB8AC3E}">
        <p14:creationId xmlns:p14="http://schemas.microsoft.com/office/powerpoint/2010/main" val="855138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799615-B88F-452A-A6CA-6793B831650C}"/>
              </a:ext>
            </a:extLst>
          </p:cNvPr>
          <p:cNvSpPr>
            <a:spLocks noGrp="1"/>
          </p:cNvSpPr>
          <p:nvPr>
            <p:ph type="title" hasCustomPrompt="1"/>
          </p:nvPr>
        </p:nvSpPr>
        <p:spPr>
          <a:xfrm>
            <a:off x="334966" y="1015999"/>
            <a:ext cx="4437062" cy="1213417"/>
          </a:xfrm>
        </p:spPr>
        <p:txBody>
          <a:bodyPr anchor="b"/>
          <a:lstStyle>
            <a:lvl1pPr>
              <a:defRPr sz="2400"/>
            </a:lvl1pPr>
          </a:lstStyle>
          <a:p>
            <a:r>
              <a:rPr lang="ru-RU" dirty="0"/>
              <a:t>ОБРАЗЕЦ ЗАГОЛОВКА</a:t>
            </a:r>
          </a:p>
        </p:txBody>
      </p:sp>
      <p:sp>
        <p:nvSpPr>
          <p:cNvPr id="3" name="Объект 2">
            <a:extLst>
              <a:ext uri="{FF2B5EF4-FFF2-40B4-BE49-F238E27FC236}">
                <a16:creationId xmlns:a16="http://schemas.microsoft.com/office/drawing/2014/main" id="{5B30D2CC-2D7F-43FF-B9B4-355F7E464306}"/>
              </a:ext>
            </a:extLst>
          </p:cNvPr>
          <p:cNvSpPr>
            <a:spLocks noGrp="1"/>
          </p:cNvSpPr>
          <p:nvPr>
            <p:ph idx="1"/>
          </p:nvPr>
        </p:nvSpPr>
        <p:spPr>
          <a:xfrm>
            <a:off x="5183194" y="1015999"/>
            <a:ext cx="6673847" cy="5049521"/>
          </a:xfrm>
        </p:spPr>
        <p:txBody>
          <a:bodyPr>
            <a:normAutofit/>
          </a:bodyPr>
          <a:lstStyle>
            <a:lvl1pPr>
              <a:defRPr sz="1773"/>
            </a:lvl1pPr>
            <a:lvl2pPr>
              <a:defRPr sz="1520"/>
            </a:lvl2pPr>
            <a:lvl3pPr>
              <a:defRPr sz="1266"/>
            </a:lvl3pPr>
            <a:lvl4pPr>
              <a:defRPr sz="1141"/>
            </a:lvl4pPr>
            <a:lvl5pPr>
              <a:defRPr sz="1141"/>
            </a:lvl5pPr>
            <a:lvl6pPr>
              <a:defRPr sz="1266"/>
            </a:lvl6pPr>
            <a:lvl7pPr>
              <a:defRPr sz="1266"/>
            </a:lvl7pPr>
            <a:lvl8pPr>
              <a:defRPr sz="1266"/>
            </a:lvl8pPr>
            <a:lvl9pPr>
              <a:defRPr sz="1266"/>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23E8D86B-609C-423A-9220-D7DC81877B7C}"/>
              </a:ext>
            </a:extLst>
          </p:cNvPr>
          <p:cNvSpPr>
            <a:spLocks noGrp="1"/>
          </p:cNvSpPr>
          <p:nvPr>
            <p:ph type="body" sz="half" idx="2"/>
          </p:nvPr>
        </p:nvSpPr>
        <p:spPr>
          <a:xfrm>
            <a:off x="334966" y="2428239"/>
            <a:ext cx="4437062" cy="3637281"/>
          </a:xfrm>
        </p:spPr>
        <p:txBody>
          <a:bodyPr>
            <a:normAutofit/>
          </a:bodyPr>
          <a:lstStyle>
            <a:lvl1pPr marL="0" indent="0">
              <a:buNone/>
              <a:defRPr sz="1400"/>
            </a:lvl1pPr>
            <a:lvl2pPr marL="289378" indent="0">
              <a:buNone/>
              <a:defRPr sz="886"/>
            </a:lvl2pPr>
            <a:lvl3pPr marL="578755" indent="0">
              <a:buNone/>
              <a:defRPr sz="760"/>
            </a:lvl3pPr>
            <a:lvl4pPr marL="868132" indent="0">
              <a:buNone/>
              <a:defRPr sz="631"/>
            </a:lvl4pPr>
            <a:lvl5pPr marL="1157510" indent="0">
              <a:buNone/>
              <a:defRPr sz="631"/>
            </a:lvl5pPr>
            <a:lvl6pPr marL="1446887" indent="0">
              <a:buNone/>
              <a:defRPr sz="631"/>
            </a:lvl6pPr>
            <a:lvl7pPr marL="1736266" indent="0">
              <a:buNone/>
              <a:defRPr sz="631"/>
            </a:lvl7pPr>
            <a:lvl8pPr marL="2025644" indent="0">
              <a:buNone/>
              <a:defRPr sz="631"/>
            </a:lvl8pPr>
            <a:lvl9pPr marL="2315021" indent="0">
              <a:buNone/>
              <a:defRPr sz="631"/>
            </a:lvl9pPr>
          </a:lstStyle>
          <a:p>
            <a:pPr lvl="0"/>
            <a:r>
              <a:rPr lang="ru-RU"/>
              <a:t>Образец текста</a:t>
            </a:r>
          </a:p>
        </p:txBody>
      </p:sp>
      <p:sp>
        <p:nvSpPr>
          <p:cNvPr id="8" name="Дата 3">
            <a:extLst>
              <a:ext uri="{FF2B5EF4-FFF2-40B4-BE49-F238E27FC236}">
                <a16:creationId xmlns:a16="http://schemas.microsoft.com/office/drawing/2014/main" id="{3D3B951D-08AE-4736-8D36-4EB9974DAC44}"/>
              </a:ext>
            </a:extLst>
          </p:cNvPr>
          <p:cNvSpPr>
            <a:spLocks noGrp="1"/>
          </p:cNvSpPr>
          <p:nvPr>
            <p:ph type="dt" sz="half" idx="10"/>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DE74468B-3512-454B-AB51-7AE95604D39E}" type="datetime1">
              <a:rPr lang="ru-RU" smtClean="0"/>
              <a:t>14.09.2026</a:t>
            </a:fld>
            <a:endParaRPr lang="ru-RU"/>
          </a:p>
        </p:txBody>
      </p:sp>
      <p:sp>
        <p:nvSpPr>
          <p:cNvPr id="9" name="Нижний колонтитул 4">
            <a:extLst>
              <a:ext uri="{FF2B5EF4-FFF2-40B4-BE49-F238E27FC236}">
                <a16:creationId xmlns:a16="http://schemas.microsoft.com/office/drawing/2014/main" id="{D1D906C7-232A-4192-A02B-35F764700239}"/>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10" name="Номер слайда 5">
            <a:extLst>
              <a:ext uri="{FF2B5EF4-FFF2-40B4-BE49-F238E27FC236}">
                <a16:creationId xmlns:a16="http://schemas.microsoft.com/office/drawing/2014/main" id="{0E0F42FE-1DE2-4412-B92B-28748FBE7FCD}"/>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Tree>
    <p:extLst>
      <p:ext uri="{BB962C8B-B14F-4D97-AF65-F5344CB8AC3E}">
        <p14:creationId xmlns:p14="http://schemas.microsoft.com/office/powerpoint/2010/main" val="1455850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Рисунок с подписью">
    <p:spTree>
      <p:nvGrpSpPr>
        <p:cNvPr id="1" name=""/>
        <p:cNvGrpSpPr/>
        <p:nvPr/>
      </p:nvGrpSpPr>
      <p:grpSpPr>
        <a:xfrm>
          <a:off x="0" y="0"/>
          <a:ext cx="0" cy="0"/>
          <a:chOff x="0" y="0"/>
          <a:chExt cx="0" cy="0"/>
        </a:xfrm>
      </p:grpSpPr>
      <p:sp>
        <p:nvSpPr>
          <p:cNvPr id="5" name="Дата 4">
            <a:extLst>
              <a:ext uri="{FF2B5EF4-FFF2-40B4-BE49-F238E27FC236}">
                <a16:creationId xmlns:a16="http://schemas.microsoft.com/office/drawing/2014/main" id="{6492DF34-242F-4712-ACC0-85E96FE0065D}"/>
              </a:ext>
            </a:extLst>
          </p:cNvPr>
          <p:cNvSpPr>
            <a:spLocks noGrp="1"/>
          </p:cNvSpPr>
          <p:nvPr>
            <p:ph type="dt" sz="half" idx="10"/>
          </p:nvPr>
        </p:nvSpPr>
        <p:spPr/>
        <p:txBody>
          <a:bodyPr/>
          <a:lstStyle/>
          <a:p>
            <a:fld id="{ABAB2196-A440-4E25-B9FF-D0ADB01B1A15}" type="datetime1">
              <a:rPr lang="ru-RU" smtClean="0"/>
              <a:t>14.09.2026</a:t>
            </a:fld>
            <a:endParaRPr lang="ru-RU"/>
          </a:p>
        </p:txBody>
      </p:sp>
      <p:sp>
        <p:nvSpPr>
          <p:cNvPr id="6" name="Нижний колонтитул 5">
            <a:extLst>
              <a:ext uri="{FF2B5EF4-FFF2-40B4-BE49-F238E27FC236}">
                <a16:creationId xmlns:a16="http://schemas.microsoft.com/office/drawing/2014/main" id="{A5BFC209-E220-4DB1-9582-A06EDB706695}"/>
              </a:ext>
            </a:extLst>
          </p:cNvPr>
          <p:cNvSpPr>
            <a:spLocks noGrp="1"/>
          </p:cNvSpPr>
          <p:nvPr>
            <p:ph type="ftr" sz="quarter" idx="11"/>
          </p:nvPr>
        </p:nvSpPr>
        <p:spPr/>
        <p:txBody>
          <a:bodyPr/>
          <a:lstStyle/>
          <a:p>
            <a:endParaRPr lang="ru-RU"/>
          </a:p>
        </p:txBody>
      </p:sp>
      <p:sp>
        <p:nvSpPr>
          <p:cNvPr id="11" name="Заголовок 1">
            <a:extLst>
              <a:ext uri="{FF2B5EF4-FFF2-40B4-BE49-F238E27FC236}">
                <a16:creationId xmlns:a16="http://schemas.microsoft.com/office/drawing/2014/main" id="{F045645C-2F92-4AF1-B96A-C79DEB76E78C}"/>
              </a:ext>
            </a:extLst>
          </p:cNvPr>
          <p:cNvSpPr>
            <a:spLocks noGrp="1"/>
          </p:cNvSpPr>
          <p:nvPr>
            <p:ph type="ctrTitle" hasCustomPrompt="1"/>
          </p:nvPr>
        </p:nvSpPr>
        <p:spPr>
          <a:xfrm>
            <a:off x="802640" y="3922529"/>
            <a:ext cx="5293359" cy="1654542"/>
          </a:xfrm>
        </p:spPr>
        <p:txBody>
          <a:bodyPr anchor="ctr" anchorCtr="0"/>
          <a:lstStyle>
            <a:lvl1pPr algn="l">
              <a:defRPr sz="2800">
                <a:solidFill>
                  <a:schemeClr val="bg1">
                    <a:lumMod val="95000"/>
                  </a:schemeClr>
                </a:solidFill>
              </a:defRPr>
            </a:lvl1pPr>
          </a:lstStyle>
          <a:p>
            <a:r>
              <a:rPr lang="ru-RU" dirty="0"/>
              <a:t>ОБРАЗЕЦ ЗАГОЛОВКА</a:t>
            </a:r>
          </a:p>
        </p:txBody>
      </p:sp>
      <p:sp>
        <p:nvSpPr>
          <p:cNvPr id="18" name="Номер слайда 5">
            <a:extLst>
              <a:ext uri="{FF2B5EF4-FFF2-40B4-BE49-F238E27FC236}">
                <a16:creationId xmlns:a16="http://schemas.microsoft.com/office/drawing/2014/main" id="{424E19F6-1411-4AFE-9677-D4180DA214C9}"/>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Tree>
    <p:extLst>
      <p:ext uri="{BB962C8B-B14F-4D97-AF65-F5344CB8AC3E}">
        <p14:creationId xmlns:p14="http://schemas.microsoft.com/office/powerpoint/2010/main" val="1405715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Содержание_1">
    <p:spTree>
      <p:nvGrpSpPr>
        <p:cNvPr id="1" name=""/>
        <p:cNvGrpSpPr/>
        <p:nvPr/>
      </p:nvGrpSpPr>
      <p:grpSpPr>
        <a:xfrm>
          <a:off x="0" y="0"/>
          <a:ext cx="0" cy="0"/>
          <a:chOff x="0" y="0"/>
          <a:chExt cx="0" cy="0"/>
        </a:xfrm>
      </p:grpSpPr>
      <p:sp>
        <p:nvSpPr>
          <p:cNvPr id="5" name="Дата 3">
            <a:extLst>
              <a:ext uri="{FF2B5EF4-FFF2-40B4-BE49-F238E27FC236}">
                <a16:creationId xmlns:a16="http://schemas.microsoft.com/office/drawing/2014/main" id="{916B7A0B-21BC-45FE-AFF7-52F34B6D0F83}"/>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C7BAE699-64F9-49EF-B784-2DEF2B221955}" type="datetime1">
              <a:rPr lang="ru-RU" smtClean="0"/>
              <a:t>14.09.2026</a:t>
            </a:fld>
            <a:endParaRPr lang="ru-RU"/>
          </a:p>
        </p:txBody>
      </p:sp>
      <p:sp>
        <p:nvSpPr>
          <p:cNvPr id="6" name="Нижний колонтитул 4">
            <a:extLst>
              <a:ext uri="{FF2B5EF4-FFF2-40B4-BE49-F238E27FC236}">
                <a16:creationId xmlns:a16="http://schemas.microsoft.com/office/drawing/2014/main" id="{6D393D3D-D368-4E15-8F2F-7A07229A98A8}"/>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7" name="Номер слайда 5">
            <a:extLst>
              <a:ext uri="{FF2B5EF4-FFF2-40B4-BE49-F238E27FC236}">
                <a16:creationId xmlns:a16="http://schemas.microsoft.com/office/drawing/2014/main" id="{0F5F999C-FF8F-49FD-8575-A50C0300C4F5}"/>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
        <p:nvSpPr>
          <p:cNvPr id="11" name="Текст 6">
            <a:extLst>
              <a:ext uri="{FF2B5EF4-FFF2-40B4-BE49-F238E27FC236}">
                <a16:creationId xmlns:a16="http://schemas.microsoft.com/office/drawing/2014/main" id="{A8E19DA3-4B31-4259-B9A7-5F7A2E642854}"/>
              </a:ext>
            </a:extLst>
          </p:cNvPr>
          <p:cNvSpPr>
            <a:spLocks noGrp="1"/>
          </p:cNvSpPr>
          <p:nvPr>
            <p:ph type="body" sz="quarter" idx="37" hasCustomPrompt="1"/>
          </p:nvPr>
        </p:nvSpPr>
        <p:spPr>
          <a:xfrm>
            <a:off x="1873541" y="1222713"/>
            <a:ext cx="3866856" cy="423628"/>
          </a:xfrm>
        </p:spPr>
        <p:txBody>
          <a:bodyPr>
            <a:noAutofit/>
          </a:bodyPr>
          <a:lstStyle>
            <a:lvl1pPr marL="0" indent="0">
              <a:buNone/>
              <a:defRPr sz="1600" b="1">
                <a:solidFill>
                  <a:schemeClr val="accent2"/>
                </a:solidFill>
              </a:defRPr>
            </a:lvl1pPr>
          </a:lstStyle>
          <a:p>
            <a:pPr lvl="0"/>
            <a:r>
              <a:rPr lang="ru-RU" dirty="0"/>
              <a:t/>
            </a:r>
          </a:p>
        </p:txBody>
      </p:sp>
      <p:sp>
        <p:nvSpPr>
          <p:cNvPr id="12" name="Текст 9">
            <a:extLst>
              <a:ext uri="{FF2B5EF4-FFF2-40B4-BE49-F238E27FC236}">
                <a16:creationId xmlns:a16="http://schemas.microsoft.com/office/drawing/2014/main" id="{42FEA996-0F55-4FCB-8FCC-C78FEA766CFA}"/>
              </a:ext>
            </a:extLst>
          </p:cNvPr>
          <p:cNvSpPr>
            <a:spLocks noGrp="1"/>
          </p:cNvSpPr>
          <p:nvPr>
            <p:ph type="body" sz="quarter" idx="38" hasCustomPrompt="1"/>
          </p:nvPr>
        </p:nvSpPr>
        <p:spPr>
          <a:xfrm>
            <a:off x="1873544" y="1790324"/>
            <a:ext cx="3866856" cy="672075"/>
          </a:xfrm>
        </p:spPr>
        <p:txBody>
          <a:bodyPr>
            <a:normAutofit/>
          </a:bodyPr>
          <a:lstStyle>
            <a:lvl2pPr>
              <a:defRPr sz="1400"/>
            </a:lvl2pPr>
          </a:lstStyle>
          <a:p>
            <a:pPr lvl="1"/>
            <a:r>
              <a:rPr lang="ru-RU" dirty="0"/>
              <a:t/>
            </a:r>
          </a:p>
        </p:txBody>
      </p:sp>
      <p:sp>
        <p:nvSpPr>
          <p:cNvPr id="13" name="Текст 6">
            <a:extLst>
              <a:ext uri="{FF2B5EF4-FFF2-40B4-BE49-F238E27FC236}">
                <a16:creationId xmlns:a16="http://schemas.microsoft.com/office/drawing/2014/main" id="{C4D8DFD8-867D-4062-800E-27B73FA83BFA}"/>
              </a:ext>
            </a:extLst>
          </p:cNvPr>
          <p:cNvSpPr>
            <a:spLocks noGrp="1"/>
          </p:cNvSpPr>
          <p:nvPr>
            <p:ph type="body" sz="quarter" idx="39" hasCustomPrompt="1"/>
          </p:nvPr>
        </p:nvSpPr>
        <p:spPr>
          <a:xfrm>
            <a:off x="1854185" y="2826697"/>
            <a:ext cx="3866856" cy="403756"/>
          </a:xfrm>
        </p:spPr>
        <p:txBody>
          <a:bodyPr>
            <a:noAutofit/>
          </a:bodyPr>
          <a:lstStyle>
            <a:lvl1pPr marL="0" indent="0">
              <a:buNone/>
              <a:defRPr sz="1600" b="1">
                <a:solidFill>
                  <a:schemeClr val="accent2"/>
                </a:solidFill>
              </a:defRPr>
            </a:lvl1pPr>
          </a:lstStyle>
          <a:p>
            <a:pPr lvl="0"/>
            <a:r>
              <a:rPr lang="ru-RU" dirty="0"/>
              <a:t/>
            </a:r>
          </a:p>
        </p:txBody>
      </p:sp>
      <p:sp>
        <p:nvSpPr>
          <p:cNvPr id="14" name="Текст 9">
            <a:extLst>
              <a:ext uri="{FF2B5EF4-FFF2-40B4-BE49-F238E27FC236}">
                <a16:creationId xmlns:a16="http://schemas.microsoft.com/office/drawing/2014/main" id="{01B4FB59-79EB-42C6-8468-505204DD843D}"/>
              </a:ext>
            </a:extLst>
          </p:cNvPr>
          <p:cNvSpPr>
            <a:spLocks noGrp="1"/>
          </p:cNvSpPr>
          <p:nvPr>
            <p:ph type="body" sz="quarter" idx="40" hasCustomPrompt="1"/>
          </p:nvPr>
        </p:nvSpPr>
        <p:spPr>
          <a:xfrm>
            <a:off x="1854185" y="3374436"/>
            <a:ext cx="3866856" cy="672075"/>
          </a:xfrm>
        </p:spPr>
        <p:txBody>
          <a:bodyPr>
            <a:normAutofit/>
          </a:bodyPr>
          <a:lstStyle>
            <a:lvl2pPr>
              <a:defRPr sz="1400"/>
            </a:lvl2pPr>
          </a:lstStyle>
          <a:p>
            <a:pPr lvl="1"/>
            <a:r>
              <a:rPr lang="ru-RU" dirty="0"/>
              <a:t/>
            </a:r>
          </a:p>
        </p:txBody>
      </p:sp>
      <p:sp>
        <p:nvSpPr>
          <p:cNvPr id="15" name="Текст 6">
            <a:extLst>
              <a:ext uri="{FF2B5EF4-FFF2-40B4-BE49-F238E27FC236}">
                <a16:creationId xmlns:a16="http://schemas.microsoft.com/office/drawing/2014/main" id="{2DD2E24E-A578-41A0-8812-3CEB5EB7DE20}"/>
              </a:ext>
            </a:extLst>
          </p:cNvPr>
          <p:cNvSpPr>
            <a:spLocks noGrp="1"/>
          </p:cNvSpPr>
          <p:nvPr>
            <p:ph type="body" sz="quarter" idx="41" hasCustomPrompt="1"/>
          </p:nvPr>
        </p:nvSpPr>
        <p:spPr>
          <a:xfrm>
            <a:off x="1854185" y="4410809"/>
            <a:ext cx="3866856" cy="403913"/>
          </a:xfrm>
        </p:spPr>
        <p:txBody>
          <a:bodyPr>
            <a:noAutofit/>
          </a:bodyPr>
          <a:lstStyle>
            <a:lvl1pPr marL="0" indent="0">
              <a:buNone/>
              <a:defRPr sz="1600" b="1">
                <a:solidFill>
                  <a:schemeClr val="accent2"/>
                </a:solidFill>
              </a:defRPr>
            </a:lvl1pPr>
          </a:lstStyle>
          <a:p>
            <a:pPr lvl="0"/>
            <a:r>
              <a:rPr lang="ru-RU" dirty="0"/>
              <a:t/>
            </a:r>
          </a:p>
        </p:txBody>
      </p:sp>
      <p:sp>
        <p:nvSpPr>
          <p:cNvPr id="16" name="Текст 9">
            <a:extLst>
              <a:ext uri="{FF2B5EF4-FFF2-40B4-BE49-F238E27FC236}">
                <a16:creationId xmlns:a16="http://schemas.microsoft.com/office/drawing/2014/main" id="{29120726-8DD9-4194-A282-2630D18F49EA}"/>
              </a:ext>
            </a:extLst>
          </p:cNvPr>
          <p:cNvSpPr>
            <a:spLocks noGrp="1"/>
          </p:cNvSpPr>
          <p:nvPr>
            <p:ph type="body" sz="quarter" idx="42" hasCustomPrompt="1"/>
          </p:nvPr>
        </p:nvSpPr>
        <p:spPr>
          <a:xfrm>
            <a:off x="1854185" y="4958548"/>
            <a:ext cx="3866856" cy="672075"/>
          </a:xfrm>
        </p:spPr>
        <p:txBody>
          <a:bodyPr>
            <a:normAutofit/>
          </a:bodyPr>
          <a:lstStyle>
            <a:lvl2pPr>
              <a:defRPr sz="1400"/>
            </a:lvl2pPr>
          </a:lstStyle>
          <a:p>
            <a:pPr lvl="1"/>
            <a:r>
              <a:rPr lang="ru-RU" dirty="0"/>
              <a:t/>
            </a:r>
          </a:p>
        </p:txBody>
      </p:sp>
      <p:sp>
        <p:nvSpPr>
          <p:cNvPr id="20" name="Текст 6">
            <a:extLst>
              <a:ext uri="{FF2B5EF4-FFF2-40B4-BE49-F238E27FC236}">
                <a16:creationId xmlns:a16="http://schemas.microsoft.com/office/drawing/2014/main" id="{F30BC2DD-F35E-474E-A833-EA478E7F80B7}"/>
              </a:ext>
            </a:extLst>
          </p:cNvPr>
          <p:cNvSpPr>
            <a:spLocks noGrp="1"/>
          </p:cNvSpPr>
          <p:nvPr>
            <p:ph type="body" sz="quarter" idx="43" hasCustomPrompt="1"/>
          </p:nvPr>
        </p:nvSpPr>
        <p:spPr>
          <a:xfrm>
            <a:off x="7546648" y="1222713"/>
            <a:ext cx="3866856" cy="423628"/>
          </a:xfrm>
        </p:spPr>
        <p:txBody>
          <a:bodyPr>
            <a:noAutofit/>
          </a:bodyPr>
          <a:lstStyle>
            <a:lvl1pPr marL="0" indent="0">
              <a:buNone/>
              <a:defRPr sz="1600" b="1">
                <a:solidFill>
                  <a:schemeClr val="accent2"/>
                </a:solidFill>
              </a:defRPr>
            </a:lvl1pPr>
          </a:lstStyle>
          <a:p>
            <a:pPr lvl="0"/>
            <a:r>
              <a:rPr lang="ru-RU" dirty="0"/>
              <a:t/>
            </a:r>
          </a:p>
        </p:txBody>
      </p:sp>
      <p:sp>
        <p:nvSpPr>
          <p:cNvPr id="21" name="Текст 9">
            <a:extLst>
              <a:ext uri="{FF2B5EF4-FFF2-40B4-BE49-F238E27FC236}">
                <a16:creationId xmlns:a16="http://schemas.microsoft.com/office/drawing/2014/main" id="{7124A073-4FEB-4F54-A9B4-6797D7B46CC3}"/>
              </a:ext>
            </a:extLst>
          </p:cNvPr>
          <p:cNvSpPr>
            <a:spLocks noGrp="1"/>
          </p:cNvSpPr>
          <p:nvPr>
            <p:ph type="body" sz="quarter" idx="44" hasCustomPrompt="1"/>
          </p:nvPr>
        </p:nvSpPr>
        <p:spPr>
          <a:xfrm>
            <a:off x="7546651" y="1790324"/>
            <a:ext cx="3866856" cy="672075"/>
          </a:xfrm>
        </p:spPr>
        <p:txBody>
          <a:bodyPr>
            <a:normAutofit/>
          </a:bodyPr>
          <a:lstStyle>
            <a:lvl2pPr>
              <a:defRPr sz="1400"/>
            </a:lvl2pPr>
          </a:lstStyle>
          <a:p>
            <a:pPr lvl="1"/>
            <a:r>
              <a:rPr lang="ru-RU" dirty="0"/>
              <a:t/>
            </a:r>
          </a:p>
        </p:txBody>
      </p:sp>
      <p:sp>
        <p:nvSpPr>
          <p:cNvPr id="22" name="Текст 6">
            <a:extLst>
              <a:ext uri="{FF2B5EF4-FFF2-40B4-BE49-F238E27FC236}">
                <a16:creationId xmlns:a16="http://schemas.microsoft.com/office/drawing/2014/main" id="{17FB4F65-9ABC-4376-8283-0F33F9BB91D6}"/>
              </a:ext>
            </a:extLst>
          </p:cNvPr>
          <p:cNvSpPr>
            <a:spLocks noGrp="1"/>
          </p:cNvSpPr>
          <p:nvPr>
            <p:ph type="body" sz="quarter" idx="45" hasCustomPrompt="1"/>
          </p:nvPr>
        </p:nvSpPr>
        <p:spPr>
          <a:xfrm>
            <a:off x="7527292" y="2826697"/>
            <a:ext cx="3866856" cy="403756"/>
          </a:xfrm>
        </p:spPr>
        <p:txBody>
          <a:bodyPr>
            <a:noAutofit/>
          </a:bodyPr>
          <a:lstStyle>
            <a:lvl1pPr marL="0" indent="0">
              <a:buNone/>
              <a:defRPr sz="1600" b="1">
                <a:solidFill>
                  <a:schemeClr val="accent2"/>
                </a:solidFill>
              </a:defRPr>
            </a:lvl1pPr>
          </a:lstStyle>
          <a:p>
            <a:pPr lvl="0"/>
            <a:r>
              <a:rPr lang="ru-RU" dirty="0"/>
              <a:t/>
            </a:r>
          </a:p>
        </p:txBody>
      </p:sp>
      <p:sp>
        <p:nvSpPr>
          <p:cNvPr id="23" name="Текст 9">
            <a:extLst>
              <a:ext uri="{FF2B5EF4-FFF2-40B4-BE49-F238E27FC236}">
                <a16:creationId xmlns:a16="http://schemas.microsoft.com/office/drawing/2014/main" id="{C2E3AAAD-E9EB-4A42-ADAF-EDA850F01ED1}"/>
              </a:ext>
            </a:extLst>
          </p:cNvPr>
          <p:cNvSpPr>
            <a:spLocks noGrp="1"/>
          </p:cNvSpPr>
          <p:nvPr>
            <p:ph type="body" sz="quarter" idx="46" hasCustomPrompt="1"/>
          </p:nvPr>
        </p:nvSpPr>
        <p:spPr>
          <a:xfrm>
            <a:off x="7527292" y="3374436"/>
            <a:ext cx="3866856" cy="672075"/>
          </a:xfrm>
        </p:spPr>
        <p:txBody>
          <a:bodyPr>
            <a:normAutofit/>
          </a:bodyPr>
          <a:lstStyle>
            <a:lvl2pPr>
              <a:defRPr sz="1400"/>
            </a:lvl2pPr>
          </a:lstStyle>
          <a:p>
            <a:pPr lvl="1"/>
            <a:r>
              <a:rPr lang="ru-RU" dirty="0"/>
              <a:t/>
            </a:r>
          </a:p>
        </p:txBody>
      </p:sp>
      <p:sp>
        <p:nvSpPr>
          <p:cNvPr id="24" name="Текст 6">
            <a:extLst>
              <a:ext uri="{FF2B5EF4-FFF2-40B4-BE49-F238E27FC236}">
                <a16:creationId xmlns:a16="http://schemas.microsoft.com/office/drawing/2014/main" id="{835470A4-56EB-4A53-A875-42155372D2DA}"/>
              </a:ext>
            </a:extLst>
          </p:cNvPr>
          <p:cNvSpPr>
            <a:spLocks noGrp="1"/>
          </p:cNvSpPr>
          <p:nvPr>
            <p:ph type="body" sz="quarter" idx="47" hasCustomPrompt="1"/>
          </p:nvPr>
        </p:nvSpPr>
        <p:spPr>
          <a:xfrm>
            <a:off x="7527292" y="4410809"/>
            <a:ext cx="3866856" cy="403913"/>
          </a:xfrm>
        </p:spPr>
        <p:txBody>
          <a:bodyPr>
            <a:noAutofit/>
          </a:bodyPr>
          <a:lstStyle>
            <a:lvl1pPr marL="0" indent="0">
              <a:buNone/>
              <a:defRPr sz="1600" b="1">
                <a:solidFill>
                  <a:schemeClr val="accent2"/>
                </a:solidFill>
              </a:defRPr>
            </a:lvl1pPr>
          </a:lstStyle>
          <a:p>
            <a:pPr lvl="0"/>
            <a:r>
              <a:rPr lang="ru-RU" dirty="0"/>
              <a:t/>
            </a:r>
          </a:p>
        </p:txBody>
      </p:sp>
      <p:sp>
        <p:nvSpPr>
          <p:cNvPr id="25" name="Текст 9">
            <a:extLst>
              <a:ext uri="{FF2B5EF4-FFF2-40B4-BE49-F238E27FC236}">
                <a16:creationId xmlns:a16="http://schemas.microsoft.com/office/drawing/2014/main" id="{ED3CC4C2-7EF9-4A4B-BDD1-B16EF36B84C3}"/>
              </a:ext>
            </a:extLst>
          </p:cNvPr>
          <p:cNvSpPr>
            <a:spLocks noGrp="1"/>
          </p:cNvSpPr>
          <p:nvPr>
            <p:ph type="body" sz="quarter" idx="48" hasCustomPrompt="1"/>
          </p:nvPr>
        </p:nvSpPr>
        <p:spPr>
          <a:xfrm>
            <a:off x="7527292" y="4958548"/>
            <a:ext cx="3866856" cy="672075"/>
          </a:xfrm>
        </p:spPr>
        <p:txBody>
          <a:bodyPr>
            <a:normAutofit/>
          </a:bodyPr>
          <a:lstStyle>
            <a:lvl2pPr>
              <a:defRPr sz="1400"/>
            </a:lvl2pPr>
          </a:lstStyle>
          <a:p>
            <a:pPr lvl="1"/>
            <a:r>
              <a:rPr lang="ru-RU" dirty="0"/>
              <a:t/>
            </a:r>
          </a:p>
        </p:txBody>
      </p:sp>
      <p:sp>
        <p:nvSpPr>
          <p:cNvPr id="26" name="Заголовок 1">
            <a:extLst>
              <a:ext uri="{FF2B5EF4-FFF2-40B4-BE49-F238E27FC236}">
                <a16:creationId xmlns:a16="http://schemas.microsoft.com/office/drawing/2014/main" id="{55CB4C33-0A35-4822-B0EF-4E754699A138}"/>
              </a:ext>
            </a:extLst>
          </p:cNvPr>
          <p:cNvSpPr>
            <a:spLocks noGrp="1"/>
          </p:cNvSpPr>
          <p:nvPr>
            <p:ph type="title"/>
          </p:nvPr>
        </p:nvSpPr>
        <p:spPr>
          <a:xfrm>
            <a:off x="346075" y="421226"/>
            <a:ext cx="9862734" cy="376138"/>
          </a:xfrm>
          <a:prstGeom prst="rect">
            <a:avLst/>
          </a:prstGeom>
        </p:spPr>
        <p:txBody>
          <a:bodyPr vert="horz" lIns="91440" tIns="45720" rIns="91440" bIns="45720" rtlCol="0" anchor="b" anchorCtr="0">
            <a:noAutofit/>
          </a:bodyPr>
          <a:lstStyle/>
          <a:p>
            <a:r>
              <a:rPr lang="ru-RU" dirty="0"/>
              <a:t>ОБРАЗЕЦ ЗАГОЛОВКА</a:t>
            </a:r>
          </a:p>
        </p:txBody>
      </p:sp>
      <p:sp>
        <p:nvSpPr>
          <p:cNvPr id="27" name="Текст 6">
            <a:extLst>
              <a:ext uri="{FF2B5EF4-FFF2-40B4-BE49-F238E27FC236}">
                <a16:creationId xmlns:a16="http://schemas.microsoft.com/office/drawing/2014/main" id="{53CEA4EC-5717-426C-A1A1-534D0A055245}"/>
              </a:ext>
            </a:extLst>
          </p:cNvPr>
          <p:cNvSpPr>
            <a:spLocks noGrp="1"/>
          </p:cNvSpPr>
          <p:nvPr>
            <p:ph type="body" sz="quarter" idx="49" hasCustomPrompt="1"/>
          </p:nvPr>
        </p:nvSpPr>
        <p:spPr>
          <a:xfrm>
            <a:off x="778493" y="1187988"/>
            <a:ext cx="771003" cy="423628"/>
          </a:xfrm>
        </p:spPr>
        <p:txBody>
          <a:bodyPr>
            <a:noAutofit/>
          </a:bodyPr>
          <a:lstStyle>
            <a:lvl1pPr marL="0" indent="0">
              <a:buNone/>
              <a:defRPr sz="2800" b="0">
                <a:solidFill>
                  <a:schemeClr val="accent2"/>
                </a:solidFill>
              </a:defRPr>
            </a:lvl1pPr>
          </a:lstStyle>
          <a:p>
            <a:pPr lvl="0"/>
            <a:r>
              <a:rPr lang="ru-RU" dirty="0"/>
              <a:t/>
            </a:r>
          </a:p>
        </p:txBody>
      </p:sp>
      <p:sp>
        <p:nvSpPr>
          <p:cNvPr id="28" name="Текст 6">
            <a:extLst>
              <a:ext uri="{FF2B5EF4-FFF2-40B4-BE49-F238E27FC236}">
                <a16:creationId xmlns:a16="http://schemas.microsoft.com/office/drawing/2014/main" id="{ECD22E46-ECAB-4A6C-9243-E1661118B477}"/>
              </a:ext>
            </a:extLst>
          </p:cNvPr>
          <p:cNvSpPr>
            <a:spLocks noGrp="1"/>
          </p:cNvSpPr>
          <p:nvPr>
            <p:ph type="body" sz="quarter" idx="50" hasCustomPrompt="1"/>
          </p:nvPr>
        </p:nvSpPr>
        <p:spPr>
          <a:xfrm>
            <a:off x="759137" y="2791972"/>
            <a:ext cx="771003" cy="403756"/>
          </a:xfrm>
        </p:spPr>
        <p:txBody>
          <a:bodyPr>
            <a:noAutofit/>
          </a:bodyPr>
          <a:lstStyle>
            <a:lvl1pPr marL="0" indent="0">
              <a:buNone/>
              <a:defRPr sz="2800" b="0">
                <a:solidFill>
                  <a:schemeClr val="accent2"/>
                </a:solidFill>
              </a:defRPr>
            </a:lvl1pPr>
          </a:lstStyle>
          <a:p>
            <a:pPr lvl="0"/>
            <a:r>
              <a:rPr lang="ru-RU" dirty="0"/>
              <a:t/>
            </a:r>
          </a:p>
        </p:txBody>
      </p:sp>
      <p:sp>
        <p:nvSpPr>
          <p:cNvPr id="29" name="Текст 6">
            <a:extLst>
              <a:ext uri="{FF2B5EF4-FFF2-40B4-BE49-F238E27FC236}">
                <a16:creationId xmlns:a16="http://schemas.microsoft.com/office/drawing/2014/main" id="{A3CA815C-23B0-4736-B973-0A405AFC5D08}"/>
              </a:ext>
            </a:extLst>
          </p:cNvPr>
          <p:cNvSpPr>
            <a:spLocks noGrp="1"/>
          </p:cNvSpPr>
          <p:nvPr>
            <p:ph type="body" sz="quarter" idx="51" hasCustomPrompt="1"/>
          </p:nvPr>
        </p:nvSpPr>
        <p:spPr>
          <a:xfrm>
            <a:off x="759137" y="4376084"/>
            <a:ext cx="771003" cy="403913"/>
          </a:xfrm>
        </p:spPr>
        <p:txBody>
          <a:bodyPr>
            <a:noAutofit/>
          </a:bodyPr>
          <a:lstStyle>
            <a:lvl1pPr marL="0" indent="0">
              <a:buNone/>
              <a:defRPr sz="2800" b="0">
                <a:solidFill>
                  <a:schemeClr val="accent2"/>
                </a:solidFill>
              </a:defRPr>
            </a:lvl1pPr>
          </a:lstStyle>
          <a:p>
            <a:pPr lvl="0"/>
            <a:r>
              <a:rPr lang="ru-RU" dirty="0"/>
              <a:t/>
            </a:r>
          </a:p>
        </p:txBody>
      </p:sp>
      <p:sp>
        <p:nvSpPr>
          <p:cNvPr id="30" name="Текст 6">
            <a:extLst>
              <a:ext uri="{FF2B5EF4-FFF2-40B4-BE49-F238E27FC236}">
                <a16:creationId xmlns:a16="http://schemas.microsoft.com/office/drawing/2014/main" id="{0C64CE05-E630-4FDE-B773-3165E579B3B6}"/>
              </a:ext>
            </a:extLst>
          </p:cNvPr>
          <p:cNvSpPr>
            <a:spLocks noGrp="1"/>
          </p:cNvSpPr>
          <p:nvPr>
            <p:ph type="body" sz="quarter" idx="52" hasCustomPrompt="1"/>
          </p:nvPr>
        </p:nvSpPr>
        <p:spPr>
          <a:xfrm>
            <a:off x="6451600" y="1187988"/>
            <a:ext cx="771003" cy="423628"/>
          </a:xfrm>
        </p:spPr>
        <p:txBody>
          <a:bodyPr>
            <a:noAutofit/>
          </a:bodyPr>
          <a:lstStyle>
            <a:lvl1pPr marL="0" indent="0">
              <a:buNone/>
              <a:defRPr sz="2800" b="0">
                <a:solidFill>
                  <a:schemeClr val="accent2"/>
                </a:solidFill>
              </a:defRPr>
            </a:lvl1pPr>
          </a:lstStyle>
          <a:p>
            <a:pPr lvl="0"/>
            <a:r>
              <a:rPr lang="ru-RU" dirty="0"/>
              <a:t/>
            </a:r>
          </a:p>
        </p:txBody>
      </p:sp>
      <p:sp>
        <p:nvSpPr>
          <p:cNvPr id="31" name="Текст 6">
            <a:extLst>
              <a:ext uri="{FF2B5EF4-FFF2-40B4-BE49-F238E27FC236}">
                <a16:creationId xmlns:a16="http://schemas.microsoft.com/office/drawing/2014/main" id="{52DBB510-86A6-45BB-B6E1-54FE5A86B490}"/>
              </a:ext>
            </a:extLst>
          </p:cNvPr>
          <p:cNvSpPr>
            <a:spLocks noGrp="1"/>
          </p:cNvSpPr>
          <p:nvPr>
            <p:ph type="body" sz="quarter" idx="53" hasCustomPrompt="1"/>
          </p:nvPr>
        </p:nvSpPr>
        <p:spPr>
          <a:xfrm>
            <a:off x="6432244" y="2791972"/>
            <a:ext cx="771003" cy="403756"/>
          </a:xfrm>
        </p:spPr>
        <p:txBody>
          <a:bodyPr>
            <a:noAutofit/>
          </a:bodyPr>
          <a:lstStyle>
            <a:lvl1pPr marL="0" indent="0">
              <a:buNone/>
              <a:defRPr sz="2800" b="0">
                <a:solidFill>
                  <a:schemeClr val="accent2"/>
                </a:solidFill>
              </a:defRPr>
            </a:lvl1pPr>
          </a:lstStyle>
          <a:p>
            <a:pPr lvl="0"/>
            <a:r>
              <a:rPr lang="ru-RU" dirty="0"/>
              <a:t/>
            </a:r>
          </a:p>
        </p:txBody>
      </p:sp>
      <p:sp>
        <p:nvSpPr>
          <p:cNvPr id="32" name="Текст 6">
            <a:extLst>
              <a:ext uri="{FF2B5EF4-FFF2-40B4-BE49-F238E27FC236}">
                <a16:creationId xmlns:a16="http://schemas.microsoft.com/office/drawing/2014/main" id="{CA530A5B-20B1-4742-8CF2-55C8F5CC1E91}"/>
              </a:ext>
            </a:extLst>
          </p:cNvPr>
          <p:cNvSpPr>
            <a:spLocks noGrp="1"/>
          </p:cNvSpPr>
          <p:nvPr>
            <p:ph type="body" sz="quarter" idx="54" hasCustomPrompt="1"/>
          </p:nvPr>
        </p:nvSpPr>
        <p:spPr>
          <a:xfrm>
            <a:off x="6432244" y="4376084"/>
            <a:ext cx="771003" cy="403913"/>
          </a:xfrm>
        </p:spPr>
        <p:txBody>
          <a:bodyPr>
            <a:noAutofit/>
          </a:bodyPr>
          <a:lstStyle>
            <a:lvl1pPr marL="0" indent="0">
              <a:buNone/>
              <a:defRPr sz="2800" b="0">
                <a:solidFill>
                  <a:schemeClr val="accent2"/>
                </a:solidFill>
              </a:defRPr>
            </a:lvl1pPr>
          </a:lstStyle>
          <a:p>
            <a:pPr lvl="0"/>
            <a:r>
              <a:rPr lang="ru-RU" dirty="0"/>
              <a:t/>
            </a:r>
          </a:p>
        </p:txBody>
      </p:sp>
    </p:spTree>
    <p:extLst>
      <p:ext uri="{BB962C8B-B14F-4D97-AF65-F5344CB8AC3E}">
        <p14:creationId xmlns:p14="http://schemas.microsoft.com/office/powerpoint/2010/main" val="41888580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Фотографии">
    <p:spTree>
      <p:nvGrpSpPr>
        <p:cNvPr id="1" name=""/>
        <p:cNvGrpSpPr/>
        <p:nvPr/>
      </p:nvGrpSpPr>
      <p:grpSpPr>
        <a:xfrm>
          <a:off x="0" y="0"/>
          <a:ext cx="0" cy="0"/>
          <a:chOff x="0" y="0"/>
          <a:chExt cx="0" cy="0"/>
        </a:xfrm>
      </p:grpSpPr>
      <p:sp>
        <p:nvSpPr>
          <p:cNvPr id="5" name="Дата 3">
            <a:extLst>
              <a:ext uri="{FF2B5EF4-FFF2-40B4-BE49-F238E27FC236}">
                <a16:creationId xmlns:a16="http://schemas.microsoft.com/office/drawing/2014/main" id="{916B7A0B-21BC-45FE-AFF7-52F34B6D0F83}"/>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CAFA80CC-940E-479C-90C0-76DA923785E9}" type="datetime1">
              <a:rPr lang="ru-RU" smtClean="0"/>
              <a:t>14.09.2026</a:t>
            </a:fld>
            <a:endParaRPr lang="ru-RU"/>
          </a:p>
        </p:txBody>
      </p:sp>
      <p:sp>
        <p:nvSpPr>
          <p:cNvPr id="6" name="Нижний колонтитул 4">
            <a:extLst>
              <a:ext uri="{FF2B5EF4-FFF2-40B4-BE49-F238E27FC236}">
                <a16:creationId xmlns:a16="http://schemas.microsoft.com/office/drawing/2014/main" id="{6D393D3D-D368-4E15-8F2F-7A07229A98A8}"/>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7" name="Номер слайда 5">
            <a:extLst>
              <a:ext uri="{FF2B5EF4-FFF2-40B4-BE49-F238E27FC236}">
                <a16:creationId xmlns:a16="http://schemas.microsoft.com/office/drawing/2014/main" id="{0F5F999C-FF8F-49FD-8575-A50C0300C4F5}"/>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
        <p:nvSpPr>
          <p:cNvPr id="26" name="Заголовок 1">
            <a:extLst>
              <a:ext uri="{FF2B5EF4-FFF2-40B4-BE49-F238E27FC236}">
                <a16:creationId xmlns:a16="http://schemas.microsoft.com/office/drawing/2014/main" id="{55CB4C33-0A35-4822-B0EF-4E754699A138}"/>
              </a:ext>
            </a:extLst>
          </p:cNvPr>
          <p:cNvSpPr>
            <a:spLocks noGrp="1"/>
          </p:cNvSpPr>
          <p:nvPr>
            <p:ph type="title"/>
          </p:nvPr>
        </p:nvSpPr>
        <p:spPr>
          <a:xfrm>
            <a:off x="372682" y="421226"/>
            <a:ext cx="9862734" cy="376138"/>
          </a:xfrm>
          <a:prstGeom prst="rect">
            <a:avLst/>
          </a:prstGeom>
        </p:spPr>
        <p:txBody>
          <a:bodyPr vert="horz" lIns="91440" tIns="45720" rIns="91440" bIns="45720" rtlCol="0" anchor="b" anchorCtr="0">
            <a:noAutofit/>
          </a:bodyPr>
          <a:lstStyle/>
          <a:p>
            <a:r>
              <a:rPr lang="ru-RU" dirty="0"/>
              <a:t>ОБРАЗЕЦ ЗАГОЛОВКА</a:t>
            </a:r>
          </a:p>
        </p:txBody>
      </p:sp>
      <p:sp>
        <p:nvSpPr>
          <p:cNvPr id="27" name="Рисунок 7">
            <a:extLst>
              <a:ext uri="{FF2B5EF4-FFF2-40B4-BE49-F238E27FC236}">
                <a16:creationId xmlns:a16="http://schemas.microsoft.com/office/drawing/2014/main" id="{7F6989B1-EABA-40DD-BFD6-7E0075CDDEE8}"/>
              </a:ext>
            </a:extLst>
          </p:cNvPr>
          <p:cNvSpPr>
            <a:spLocks noGrp="1"/>
          </p:cNvSpPr>
          <p:nvPr>
            <p:ph type="pic" sz="quarter" idx="10"/>
          </p:nvPr>
        </p:nvSpPr>
        <p:spPr>
          <a:xfrm>
            <a:off x="7440147" y="1016001"/>
            <a:ext cx="4405777" cy="3078479"/>
          </a:xfrm>
        </p:spPr>
        <p:txBody>
          <a:bodyPr/>
          <a:lstStyle/>
          <a:p>
            <a:endParaRPr lang="ru-RU"/>
          </a:p>
        </p:txBody>
      </p:sp>
      <p:sp>
        <p:nvSpPr>
          <p:cNvPr id="28" name="Рисунок 9">
            <a:extLst>
              <a:ext uri="{FF2B5EF4-FFF2-40B4-BE49-F238E27FC236}">
                <a16:creationId xmlns:a16="http://schemas.microsoft.com/office/drawing/2014/main" id="{C157B27F-5477-43C4-BE9E-F7CF2A081F1A}"/>
              </a:ext>
            </a:extLst>
          </p:cNvPr>
          <p:cNvSpPr>
            <a:spLocks noGrp="1"/>
          </p:cNvSpPr>
          <p:nvPr>
            <p:ph type="pic" sz="quarter" idx="11"/>
          </p:nvPr>
        </p:nvSpPr>
        <p:spPr>
          <a:xfrm>
            <a:off x="7440149" y="4389108"/>
            <a:ext cx="4405775" cy="1811668"/>
          </a:xfrm>
        </p:spPr>
        <p:txBody>
          <a:bodyPr/>
          <a:lstStyle/>
          <a:p>
            <a:endParaRPr lang="ru-RU" dirty="0"/>
          </a:p>
        </p:txBody>
      </p:sp>
      <p:sp>
        <p:nvSpPr>
          <p:cNvPr id="29" name="Рисунок 11">
            <a:extLst>
              <a:ext uri="{FF2B5EF4-FFF2-40B4-BE49-F238E27FC236}">
                <a16:creationId xmlns:a16="http://schemas.microsoft.com/office/drawing/2014/main" id="{3E695B26-F7D2-4380-AAA1-0FB24A689AAD}"/>
              </a:ext>
            </a:extLst>
          </p:cNvPr>
          <p:cNvSpPr>
            <a:spLocks noGrp="1"/>
          </p:cNvSpPr>
          <p:nvPr>
            <p:ph type="pic" sz="quarter" idx="12"/>
          </p:nvPr>
        </p:nvSpPr>
        <p:spPr>
          <a:xfrm>
            <a:off x="346075" y="3223948"/>
            <a:ext cx="6806142" cy="2976827"/>
          </a:xfrm>
        </p:spPr>
        <p:txBody>
          <a:bodyPr/>
          <a:lstStyle/>
          <a:p>
            <a:endParaRPr lang="ru-RU"/>
          </a:p>
        </p:txBody>
      </p:sp>
      <p:sp>
        <p:nvSpPr>
          <p:cNvPr id="30" name="Текст 15">
            <a:extLst>
              <a:ext uri="{FF2B5EF4-FFF2-40B4-BE49-F238E27FC236}">
                <a16:creationId xmlns:a16="http://schemas.microsoft.com/office/drawing/2014/main" id="{7EA2CF14-9D94-4B6F-AAA7-0B38CBB654CE}"/>
              </a:ext>
            </a:extLst>
          </p:cNvPr>
          <p:cNvSpPr>
            <a:spLocks noGrp="1"/>
          </p:cNvSpPr>
          <p:nvPr>
            <p:ph type="body" sz="quarter" idx="14"/>
          </p:nvPr>
        </p:nvSpPr>
        <p:spPr>
          <a:xfrm>
            <a:off x="346075" y="1016001"/>
            <a:ext cx="6806142" cy="2029882"/>
          </a:xfrm>
        </p:spPr>
        <p:txBody>
          <a:bodyPr>
            <a:normAutofit/>
          </a:bodyPr>
          <a:lstStyle>
            <a:lvl1pPr>
              <a:defRPr sz="1400"/>
            </a:lvl1pPr>
          </a:lstStyle>
          <a:p>
            <a:pPr lvl="0"/>
            <a:r>
              <a:rPr lang="ru-RU" dirty="0"/>
              <a:t>Образец текста</a:t>
            </a:r>
          </a:p>
        </p:txBody>
      </p:sp>
    </p:spTree>
    <p:extLst>
      <p:ext uri="{BB962C8B-B14F-4D97-AF65-F5344CB8AC3E}">
        <p14:creationId xmlns:p14="http://schemas.microsoft.com/office/powerpoint/2010/main" val="15360169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Пункты">
    <p:spTree>
      <p:nvGrpSpPr>
        <p:cNvPr id="1" name=""/>
        <p:cNvGrpSpPr/>
        <p:nvPr/>
      </p:nvGrpSpPr>
      <p:grpSpPr>
        <a:xfrm>
          <a:off x="0" y="0"/>
          <a:ext cx="0" cy="0"/>
          <a:chOff x="0" y="0"/>
          <a:chExt cx="0" cy="0"/>
        </a:xfrm>
      </p:grpSpPr>
      <p:sp>
        <p:nvSpPr>
          <p:cNvPr id="5" name="Дата 3">
            <a:extLst>
              <a:ext uri="{FF2B5EF4-FFF2-40B4-BE49-F238E27FC236}">
                <a16:creationId xmlns:a16="http://schemas.microsoft.com/office/drawing/2014/main" id="{916B7A0B-21BC-45FE-AFF7-52F34B6D0F83}"/>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82A4DA7B-A7D8-4443-AD1C-4C7CDC678488}" type="datetime1">
              <a:rPr lang="ru-RU" smtClean="0"/>
              <a:t>14.09.2026</a:t>
            </a:fld>
            <a:endParaRPr lang="ru-RU"/>
          </a:p>
        </p:txBody>
      </p:sp>
      <p:sp>
        <p:nvSpPr>
          <p:cNvPr id="6" name="Нижний колонтитул 4">
            <a:extLst>
              <a:ext uri="{FF2B5EF4-FFF2-40B4-BE49-F238E27FC236}">
                <a16:creationId xmlns:a16="http://schemas.microsoft.com/office/drawing/2014/main" id="{6D393D3D-D368-4E15-8F2F-7A07229A98A8}"/>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26" name="Заголовок 1">
            <a:extLst>
              <a:ext uri="{FF2B5EF4-FFF2-40B4-BE49-F238E27FC236}">
                <a16:creationId xmlns:a16="http://schemas.microsoft.com/office/drawing/2014/main" id="{55CB4C33-0A35-4822-B0EF-4E754699A138}"/>
              </a:ext>
            </a:extLst>
          </p:cNvPr>
          <p:cNvSpPr>
            <a:spLocks noGrp="1"/>
          </p:cNvSpPr>
          <p:nvPr>
            <p:ph type="title"/>
          </p:nvPr>
        </p:nvSpPr>
        <p:spPr>
          <a:xfrm>
            <a:off x="361107" y="421226"/>
            <a:ext cx="9862734" cy="376138"/>
          </a:xfrm>
          <a:prstGeom prst="rect">
            <a:avLst/>
          </a:prstGeom>
        </p:spPr>
        <p:txBody>
          <a:bodyPr vert="horz" lIns="91440" tIns="45720" rIns="91440" bIns="45720" rtlCol="0" anchor="b" anchorCtr="0">
            <a:noAutofit/>
          </a:bodyPr>
          <a:lstStyle/>
          <a:p>
            <a:r>
              <a:rPr lang="ru-RU" dirty="0"/>
              <a:t>ОБРАЗЕЦ ЗАГОЛОВКА</a:t>
            </a:r>
          </a:p>
        </p:txBody>
      </p:sp>
      <p:sp>
        <p:nvSpPr>
          <p:cNvPr id="23" name="Текст 101">
            <a:extLst>
              <a:ext uri="{FF2B5EF4-FFF2-40B4-BE49-F238E27FC236}">
                <a16:creationId xmlns:a16="http://schemas.microsoft.com/office/drawing/2014/main" id="{B61EFF39-7063-4F67-A1C0-B9D05F3602E3}"/>
              </a:ext>
            </a:extLst>
          </p:cNvPr>
          <p:cNvSpPr>
            <a:spLocks noGrp="1"/>
          </p:cNvSpPr>
          <p:nvPr>
            <p:ph type="body" sz="quarter" idx="14" hasCustomPrompt="1"/>
          </p:nvPr>
        </p:nvSpPr>
        <p:spPr>
          <a:xfrm>
            <a:off x="1994303" y="2973742"/>
            <a:ext cx="2190810" cy="910516"/>
          </a:xfrm>
        </p:spPr>
        <p:txBody>
          <a:bodyPr/>
          <a:lstStyle>
            <a:lvl1pPr marL="0" indent="0" algn="ctr">
              <a:buNone/>
              <a:defRPr lang="ru-RU" dirty="0"/>
            </a:lvl1pPr>
          </a:lstStyle>
          <a:p>
            <a:pPr lvl="0"/>
            <a:r>
              <a:rPr lang="ru-RU" dirty="0"/>
              <a:t/>
            </a:r>
          </a:p>
        </p:txBody>
      </p:sp>
      <p:sp>
        <p:nvSpPr>
          <p:cNvPr id="75" name="Текст 74">
            <a:extLst>
              <a:ext uri="{FF2B5EF4-FFF2-40B4-BE49-F238E27FC236}">
                <a16:creationId xmlns:a16="http://schemas.microsoft.com/office/drawing/2014/main" id="{A0F2F041-BB01-463D-9CD2-6A231D592408}"/>
              </a:ext>
            </a:extLst>
          </p:cNvPr>
          <p:cNvSpPr>
            <a:spLocks noGrp="1"/>
          </p:cNvSpPr>
          <p:nvPr>
            <p:ph type="body" sz="quarter" idx="15"/>
          </p:nvPr>
        </p:nvSpPr>
        <p:spPr>
          <a:xfrm>
            <a:off x="6662924" y="1588128"/>
            <a:ext cx="4902200" cy="712587"/>
          </a:xfrm>
        </p:spPr>
        <p:txBody>
          <a:bodyPr/>
          <a:lstStyle>
            <a:lvl1pPr marL="0" indent="0">
              <a:buNone/>
              <a:defRPr/>
            </a:lvl1pPr>
          </a:lstStyle>
          <a:p>
            <a:pPr lvl="0"/>
            <a:r>
              <a:rPr lang="ru-RU" dirty="0"/>
              <a:t/>
            </a:r>
          </a:p>
        </p:txBody>
      </p:sp>
      <p:sp>
        <p:nvSpPr>
          <p:cNvPr id="76" name="Текст 74">
            <a:extLst>
              <a:ext uri="{FF2B5EF4-FFF2-40B4-BE49-F238E27FC236}">
                <a16:creationId xmlns:a16="http://schemas.microsoft.com/office/drawing/2014/main" id="{58BDD636-A558-406A-A768-05FF3D12BD86}"/>
              </a:ext>
            </a:extLst>
          </p:cNvPr>
          <p:cNvSpPr>
            <a:spLocks noGrp="1"/>
          </p:cNvSpPr>
          <p:nvPr>
            <p:ph type="body" sz="quarter" idx="16"/>
          </p:nvPr>
        </p:nvSpPr>
        <p:spPr>
          <a:xfrm>
            <a:off x="6662924" y="2445138"/>
            <a:ext cx="4902200" cy="712587"/>
          </a:xfrm>
        </p:spPr>
        <p:txBody>
          <a:bodyPr/>
          <a:lstStyle>
            <a:lvl1pPr marL="0" indent="0">
              <a:buNone/>
              <a:defRPr/>
            </a:lvl1pPr>
          </a:lstStyle>
          <a:p>
            <a:pPr lvl="0"/>
            <a:r>
              <a:rPr lang="ru-RU" dirty="0"/>
              <a:t/>
            </a:r>
          </a:p>
        </p:txBody>
      </p:sp>
      <p:sp>
        <p:nvSpPr>
          <p:cNvPr id="77" name="Текст 74">
            <a:extLst>
              <a:ext uri="{FF2B5EF4-FFF2-40B4-BE49-F238E27FC236}">
                <a16:creationId xmlns:a16="http://schemas.microsoft.com/office/drawing/2014/main" id="{53EE4994-79EE-43D0-B40B-E2DE25879B80}"/>
              </a:ext>
            </a:extLst>
          </p:cNvPr>
          <p:cNvSpPr>
            <a:spLocks noGrp="1"/>
          </p:cNvSpPr>
          <p:nvPr>
            <p:ph type="body" sz="quarter" idx="17"/>
          </p:nvPr>
        </p:nvSpPr>
        <p:spPr>
          <a:xfrm>
            <a:off x="6662924" y="3302147"/>
            <a:ext cx="4902200" cy="712587"/>
          </a:xfrm>
        </p:spPr>
        <p:txBody>
          <a:bodyPr/>
          <a:lstStyle>
            <a:lvl1pPr marL="0" indent="0">
              <a:buNone/>
              <a:defRPr/>
            </a:lvl1pPr>
          </a:lstStyle>
          <a:p>
            <a:pPr lvl="0"/>
            <a:r>
              <a:rPr lang="ru-RU" dirty="0"/>
              <a:t/>
            </a:r>
          </a:p>
        </p:txBody>
      </p:sp>
      <p:sp>
        <p:nvSpPr>
          <p:cNvPr id="78" name="Текст 74">
            <a:extLst>
              <a:ext uri="{FF2B5EF4-FFF2-40B4-BE49-F238E27FC236}">
                <a16:creationId xmlns:a16="http://schemas.microsoft.com/office/drawing/2014/main" id="{4CD31D83-EE69-46A0-B5B2-B2969969DCFB}"/>
              </a:ext>
            </a:extLst>
          </p:cNvPr>
          <p:cNvSpPr>
            <a:spLocks noGrp="1"/>
          </p:cNvSpPr>
          <p:nvPr>
            <p:ph type="body" sz="quarter" idx="18"/>
          </p:nvPr>
        </p:nvSpPr>
        <p:spPr>
          <a:xfrm>
            <a:off x="6662924" y="4159156"/>
            <a:ext cx="4902200" cy="712587"/>
          </a:xfrm>
        </p:spPr>
        <p:txBody>
          <a:bodyPr/>
          <a:lstStyle>
            <a:lvl1pPr marL="0" indent="0">
              <a:buNone/>
              <a:defRPr/>
            </a:lvl1pPr>
          </a:lstStyle>
          <a:p>
            <a:pPr lvl="0"/>
            <a:r>
              <a:rPr lang="ru-RU" dirty="0"/>
              <a:t/>
            </a:r>
          </a:p>
        </p:txBody>
      </p:sp>
      <p:sp>
        <p:nvSpPr>
          <p:cNvPr id="79" name="Текст 74">
            <a:extLst>
              <a:ext uri="{FF2B5EF4-FFF2-40B4-BE49-F238E27FC236}">
                <a16:creationId xmlns:a16="http://schemas.microsoft.com/office/drawing/2014/main" id="{BFB2A4EF-E632-42AC-82F0-453D4A95A9E4}"/>
              </a:ext>
            </a:extLst>
          </p:cNvPr>
          <p:cNvSpPr>
            <a:spLocks noGrp="1"/>
          </p:cNvSpPr>
          <p:nvPr>
            <p:ph type="body" sz="quarter" idx="19"/>
          </p:nvPr>
        </p:nvSpPr>
        <p:spPr>
          <a:xfrm>
            <a:off x="6662924" y="5016166"/>
            <a:ext cx="4902200" cy="712587"/>
          </a:xfrm>
        </p:spPr>
        <p:txBody>
          <a:bodyPr/>
          <a:lstStyle>
            <a:lvl1pPr marL="0" indent="0">
              <a:buNone/>
              <a:defRPr/>
            </a:lvl1pPr>
          </a:lstStyle>
          <a:p>
            <a:pPr lvl="0"/>
            <a:r>
              <a:rPr lang="ru-RU" dirty="0"/>
              <a:t/>
            </a:r>
          </a:p>
        </p:txBody>
      </p:sp>
    </p:spTree>
    <p:extLst>
      <p:ext uri="{BB962C8B-B14F-4D97-AF65-F5344CB8AC3E}">
        <p14:creationId xmlns:p14="http://schemas.microsoft.com/office/powerpoint/2010/main" val="13761097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Статистика">
    <p:spTree>
      <p:nvGrpSpPr>
        <p:cNvPr id="1" name=""/>
        <p:cNvGrpSpPr/>
        <p:nvPr/>
      </p:nvGrpSpPr>
      <p:grpSpPr>
        <a:xfrm>
          <a:off x="0" y="0"/>
          <a:ext cx="0" cy="0"/>
          <a:chOff x="0" y="0"/>
          <a:chExt cx="0" cy="0"/>
        </a:xfrm>
      </p:grpSpPr>
      <p:sp>
        <p:nvSpPr>
          <p:cNvPr id="5" name="Дата 3">
            <a:extLst>
              <a:ext uri="{FF2B5EF4-FFF2-40B4-BE49-F238E27FC236}">
                <a16:creationId xmlns:a16="http://schemas.microsoft.com/office/drawing/2014/main" id="{916B7A0B-21BC-45FE-AFF7-52F34B6D0F83}"/>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44E505DF-C567-47F2-9374-60838F800101}" type="datetime1">
              <a:rPr lang="ru-RU" smtClean="0"/>
              <a:t>14.09.2026</a:t>
            </a:fld>
            <a:endParaRPr lang="ru-RU"/>
          </a:p>
        </p:txBody>
      </p:sp>
      <p:sp>
        <p:nvSpPr>
          <p:cNvPr id="6" name="Нижний колонтитул 4">
            <a:extLst>
              <a:ext uri="{FF2B5EF4-FFF2-40B4-BE49-F238E27FC236}">
                <a16:creationId xmlns:a16="http://schemas.microsoft.com/office/drawing/2014/main" id="{6D393D3D-D368-4E15-8F2F-7A07229A98A8}"/>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7" name="Номер слайда 5">
            <a:extLst>
              <a:ext uri="{FF2B5EF4-FFF2-40B4-BE49-F238E27FC236}">
                <a16:creationId xmlns:a16="http://schemas.microsoft.com/office/drawing/2014/main" id="{0F5F999C-FF8F-49FD-8575-A50C0300C4F5}"/>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
        <p:nvSpPr>
          <p:cNvPr id="26" name="Заголовок 1">
            <a:extLst>
              <a:ext uri="{FF2B5EF4-FFF2-40B4-BE49-F238E27FC236}">
                <a16:creationId xmlns:a16="http://schemas.microsoft.com/office/drawing/2014/main" id="{55CB4C33-0A35-4822-B0EF-4E754699A138}"/>
              </a:ext>
            </a:extLst>
          </p:cNvPr>
          <p:cNvSpPr>
            <a:spLocks noGrp="1"/>
          </p:cNvSpPr>
          <p:nvPr>
            <p:ph type="title"/>
          </p:nvPr>
        </p:nvSpPr>
        <p:spPr>
          <a:xfrm>
            <a:off x="361107" y="421226"/>
            <a:ext cx="9862734" cy="376138"/>
          </a:xfrm>
          <a:prstGeom prst="rect">
            <a:avLst/>
          </a:prstGeom>
        </p:spPr>
        <p:txBody>
          <a:bodyPr vert="horz" lIns="91440" tIns="45720" rIns="91440" bIns="45720" rtlCol="0" anchor="b" anchorCtr="0">
            <a:noAutofit/>
          </a:bodyPr>
          <a:lstStyle/>
          <a:p>
            <a:r>
              <a:rPr lang="ru-RU" dirty="0"/>
              <a:t>ОБРАЗЕЦ ЗАГОЛОВКА</a:t>
            </a:r>
          </a:p>
        </p:txBody>
      </p:sp>
      <p:sp>
        <p:nvSpPr>
          <p:cNvPr id="11" name="Текст 35">
            <a:extLst>
              <a:ext uri="{FF2B5EF4-FFF2-40B4-BE49-F238E27FC236}">
                <a16:creationId xmlns:a16="http://schemas.microsoft.com/office/drawing/2014/main" id="{B1350734-1D64-4861-9813-14C6593B8523}"/>
              </a:ext>
            </a:extLst>
          </p:cNvPr>
          <p:cNvSpPr>
            <a:spLocks noGrp="1"/>
          </p:cNvSpPr>
          <p:nvPr>
            <p:ph type="body" sz="quarter" idx="21"/>
          </p:nvPr>
        </p:nvSpPr>
        <p:spPr>
          <a:xfrm>
            <a:off x="6683077" y="1026867"/>
            <a:ext cx="4790314" cy="1615356"/>
          </a:xfrm>
          <a:prstGeom prst="roundRect">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2"/>
                </a:solidFill>
              </a:defRPr>
            </a:lvl1pPr>
          </a:lstStyle>
          <a:p>
            <a:pPr lvl="0"/>
            <a:r>
              <a:rPr lang="ru-RU" dirty="0"/>
              <a:t/>
            </a:r>
          </a:p>
        </p:txBody>
      </p:sp>
      <p:sp>
        <p:nvSpPr>
          <p:cNvPr id="12" name="Текст 35">
            <a:extLst>
              <a:ext uri="{FF2B5EF4-FFF2-40B4-BE49-F238E27FC236}">
                <a16:creationId xmlns:a16="http://schemas.microsoft.com/office/drawing/2014/main" id="{010826A5-76AC-452C-9459-7CC1CCF22ED5}"/>
              </a:ext>
            </a:extLst>
          </p:cNvPr>
          <p:cNvSpPr>
            <a:spLocks noGrp="1"/>
          </p:cNvSpPr>
          <p:nvPr>
            <p:ph type="body" sz="quarter" idx="18"/>
          </p:nvPr>
        </p:nvSpPr>
        <p:spPr>
          <a:xfrm>
            <a:off x="6683077" y="1626932"/>
            <a:ext cx="4790314" cy="1015291"/>
          </a:xfrm>
          <a:prstGeom prst="rect">
            <a:avLst/>
          </a:prstGeom>
        </p:spPr>
        <p:txBody>
          <a:bodyPr>
            <a:normAutofit/>
          </a:bodyPr>
          <a:lstStyle>
            <a:lvl1pPr>
              <a:defRPr sz="1400"/>
            </a:lvl1pPr>
          </a:lstStyle>
          <a:p>
            <a:pPr lvl="0"/>
            <a:r>
              <a:rPr lang="ru-RU" dirty="0"/>
              <a:t/>
            </a:r>
          </a:p>
        </p:txBody>
      </p:sp>
      <p:sp>
        <p:nvSpPr>
          <p:cNvPr id="14" name="Текст 35">
            <a:extLst>
              <a:ext uri="{FF2B5EF4-FFF2-40B4-BE49-F238E27FC236}">
                <a16:creationId xmlns:a16="http://schemas.microsoft.com/office/drawing/2014/main" id="{C694E912-AC3F-437A-90AD-A48291DCE9BD}"/>
              </a:ext>
            </a:extLst>
          </p:cNvPr>
          <p:cNvSpPr>
            <a:spLocks noGrp="1"/>
          </p:cNvSpPr>
          <p:nvPr>
            <p:ph type="body" sz="quarter" idx="22"/>
          </p:nvPr>
        </p:nvSpPr>
        <p:spPr>
          <a:xfrm>
            <a:off x="6683077" y="2807582"/>
            <a:ext cx="4790314" cy="1615356"/>
          </a:xfrm>
          <a:prstGeom prst="roundRect">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2"/>
                </a:solidFill>
              </a:defRPr>
            </a:lvl1pPr>
          </a:lstStyle>
          <a:p>
            <a:pPr lvl="0"/>
            <a:r>
              <a:rPr lang="ru-RU" dirty="0"/>
              <a:t/>
            </a:r>
          </a:p>
        </p:txBody>
      </p:sp>
      <p:sp>
        <p:nvSpPr>
          <p:cNvPr id="15" name="Текст 35">
            <a:extLst>
              <a:ext uri="{FF2B5EF4-FFF2-40B4-BE49-F238E27FC236}">
                <a16:creationId xmlns:a16="http://schemas.microsoft.com/office/drawing/2014/main" id="{DE78EAF0-6854-4E73-A48A-917C1A86C3F4}"/>
              </a:ext>
            </a:extLst>
          </p:cNvPr>
          <p:cNvSpPr>
            <a:spLocks noGrp="1"/>
          </p:cNvSpPr>
          <p:nvPr>
            <p:ph type="body" sz="quarter" idx="23"/>
          </p:nvPr>
        </p:nvSpPr>
        <p:spPr>
          <a:xfrm>
            <a:off x="6683077" y="3407647"/>
            <a:ext cx="4790314" cy="1015291"/>
          </a:xfrm>
          <a:prstGeom prst="rect">
            <a:avLst/>
          </a:prstGeom>
        </p:spPr>
        <p:txBody>
          <a:bodyPr>
            <a:normAutofit/>
          </a:bodyPr>
          <a:lstStyle>
            <a:lvl1pPr>
              <a:defRPr sz="1400"/>
            </a:lvl1pPr>
          </a:lstStyle>
          <a:p>
            <a:pPr lvl="0"/>
            <a:r>
              <a:rPr lang="ru-RU" dirty="0"/>
              <a:t/>
            </a:r>
          </a:p>
        </p:txBody>
      </p:sp>
      <p:sp>
        <p:nvSpPr>
          <p:cNvPr id="16" name="Текст 35">
            <a:extLst>
              <a:ext uri="{FF2B5EF4-FFF2-40B4-BE49-F238E27FC236}">
                <a16:creationId xmlns:a16="http://schemas.microsoft.com/office/drawing/2014/main" id="{72D68DD9-6181-4C35-909B-154E5E309C97}"/>
              </a:ext>
            </a:extLst>
          </p:cNvPr>
          <p:cNvSpPr>
            <a:spLocks noGrp="1"/>
          </p:cNvSpPr>
          <p:nvPr>
            <p:ph type="body" sz="quarter" idx="24"/>
          </p:nvPr>
        </p:nvSpPr>
        <p:spPr>
          <a:xfrm>
            <a:off x="6683077" y="4584029"/>
            <a:ext cx="4790314" cy="1615356"/>
          </a:xfrm>
          <a:prstGeom prst="roundRect">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2"/>
                </a:solidFill>
              </a:defRPr>
            </a:lvl1pPr>
          </a:lstStyle>
          <a:p>
            <a:pPr lvl="0"/>
            <a:r>
              <a:rPr lang="ru-RU" dirty="0"/>
              <a:t/>
            </a:r>
          </a:p>
        </p:txBody>
      </p:sp>
      <p:sp>
        <p:nvSpPr>
          <p:cNvPr id="17" name="Текст 35">
            <a:extLst>
              <a:ext uri="{FF2B5EF4-FFF2-40B4-BE49-F238E27FC236}">
                <a16:creationId xmlns:a16="http://schemas.microsoft.com/office/drawing/2014/main" id="{7D5E34DD-827F-4597-BFDE-34D8830FB250}"/>
              </a:ext>
            </a:extLst>
          </p:cNvPr>
          <p:cNvSpPr>
            <a:spLocks noGrp="1"/>
          </p:cNvSpPr>
          <p:nvPr>
            <p:ph type="body" sz="quarter" idx="25"/>
          </p:nvPr>
        </p:nvSpPr>
        <p:spPr>
          <a:xfrm>
            <a:off x="6683077" y="5184094"/>
            <a:ext cx="4790314" cy="1015291"/>
          </a:xfrm>
          <a:prstGeom prst="rect">
            <a:avLst/>
          </a:prstGeom>
        </p:spPr>
        <p:txBody>
          <a:bodyPr>
            <a:normAutofit/>
          </a:bodyPr>
          <a:lstStyle>
            <a:lvl1pPr>
              <a:defRPr sz="1400"/>
            </a:lvl1pPr>
          </a:lstStyle>
          <a:p>
            <a:pPr lvl="0"/>
            <a:r>
              <a:rPr lang="ru-RU" dirty="0"/>
              <a:t/>
            </a:r>
          </a:p>
        </p:txBody>
      </p:sp>
    </p:spTree>
    <p:extLst>
      <p:ext uri="{BB962C8B-B14F-4D97-AF65-F5344CB8AC3E}">
        <p14:creationId xmlns:p14="http://schemas.microsoft.com/office/powerpoint/2010/main" val="26699485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Статистика">
    <p:spTree>
      <p:nvGrpSpPr>
        <p:cNvPr id="1" name=""/>
        <p:cNvGrpSpPr/>
        <p:nvPr/>
      </p:nvGrpSpPr>
      <p:grpSpPr>
        <a:xfrm>
          <a:off x="0" y="0"/>
          <a:ext cx="0" cy="0"/>
          <a:chOff x="0" y="0"/>
          <a:chExt cx="0" cy="0"/>
        </a:xfrm>
      </p:grpSpPr>
      <p:sp>
        <p:nvSpPr>
          <p:cNvPr id="5" name="Дата 3">
            <a:extLst>
              <a:ext uri="{FF2B5EF4-FFF2-40B4-BE49-F238E27FC236}">
                <a16:creationId xmlns:a16="http://schemas.microsoft.com/office/drawing/2014/main" id="{916B7A0B-21BC-45FE-AFF7-52F34B6D0F83}"/>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2938A0C3-5C2F-47B8-B008-79A49A1195BA}" type="datetime1">
              <a:rPr lang="ru-RU" smtClean="0"/>
              <a:t>14.09.2026</a:t>
            </a:fld>
            <a:endParaRPr lang="ru-RU"/>
          </a:p>
        </p:txBody>
      </p:sp>
      <p:sp>
        <p:nvSpPr>
          <p:cNvPr id="6" name="Нижний колонтитул 4">
            <a:extLst>
              <a:ext uri="{FF2B5EF4-FFF2-40B4-BE49-F238E27FC236}">
                <a16:creationId xmlns:a16="http://schemas.microsoft.com/office/drawing/2014/main" id="{6D393D3D-D368-4E15-8F2F-7A07229A98A8}"/>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7" name="Номер слайда 5">
            <a:extLst>
              <a:ext uri="{FF2B5EF4-FFF2-40B4-BE49-F238E27FC236}">
                <a16:creationId xmlns:a16="http://schemas.microsoft.com/office/drawing/2014/main" id="{0F5F999C-FF8F-49FD-8575-A50C0300C4F5}"/>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
        <p:nvSpPr>
          <p:cNvPr id="26" name="Заголовок 1">
            <a:extLst>
              <a:ext uri="{FF2B5EF4-FFF2-40B4-BE49-F238E27FC236}">
                <a16:creationId xmlns:a16="http://schemas.microsoft.com/office/drawing/2014/main" id="{55CB4C33-0A35-4822-B0EF-4E754699A138}"/>
              </a:ext>
            </a:extLst>
          </p:cNvPr>
          <p:cNvSpPr>
            <a:spLocks noGrp="1"/>
          </p:cNvSpPr>
          <p:nvPr>
            <p:ph type="title"/>
          </p:nvPr>
        </p:nvSpPr>
        <p:spPr>
          <a:xfrm>
            <a:off x="349532" y="421226"/>
            <a:ext cx="9862734" cy="376138"/>
          </a:xfrm>
          <a:prstGeom prst="rect">
            <a:avLst/>
          </a:prstGeom>
        </p:spPr>
        <p:txBody>
          <a:bodyPr vert="horz" lIns="91440" tIns="45720" rIns="91440" bIns="45720" rtlCol="0" anchor="b" anchorCtr="0">
            <a:noAutofit/>
          </a:bodyPr>
          <a:lstStyle/>
          <a:p>
            <a:r>
              <a:rPr lang="ru-RU" dirty="0"/>
              <a:t>ОБРАЗЕЦ ЗАГОЛОВКА</a:t>
            </a:r>
          </a:p>
        </p:txBody>
      </p:sp>
      <p:sp>
        <p:nvSpPr>
          <p:cNvPr id="11" name="Текст 35">
            <a:extLst>
              <a:ext uri="{FF2B5EF4-FFF2-40B4-BE49-F238E27FC236}">
                <a16:creationId xmlns:a16="http://schemas.microsoft.com/office/drawing/2014/main" id="{B1350734-1D64-4861-9813-14C6593B8523}"/>
              </a:ext>
            </a:extLst>
          </p:cNvPr>
          <p:cNvSpPr>
            <a:spLocks noGrp="1"/>
          </p:cNvSpPr>
          <p:nvPr>
            <p:ph type="body" sz="quarter" idx="21"/>
          </p:nvPr>
        </p:nvSpPr>
        <p:spPr>
          <a:xfrm>
            <a:off x="6683077" y="1016000"/>
            <a:ext cx="4790314" cy="1021701"/>
          </a:xfrm>
          <a:prstGeom prst="roundRect">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1"/>
                </a:solidFill>
              </a:defRPr>
            </a:lvl1pPr>
          </a:lstStyle>
          <a:p>
            <a:pPr lvl="0"/>
            <a:r>
              <a:rPr lang="ru-RU" dirty="0"/>
              <a:t>Образец текста</a:t>
            </a:r>
          </a:p>
        </p:txBody>
      </p:sp>
      <p:sp>
        <p:nvSpPr>
          <p:cNvPr id="12" name="Текст 35">
            <a:extLst>
              <a:ext uri="{FF2B5EF4-FFF2-40B4-BE49-F238E27FC236}">
                <a16:creationId xmlns:a16="http://schemas.microsoft.com/office/drawing/2014/main" id="{010826A5-76AC-452C-9459-7CC1CCF22ED5}"/>
              </a:ext>
            </a:extLst>
          </p:cNvPr>
          <p:cNvSpPr>
            <a:spLocks noGrp="1"/>
          </p:cNvSpPr>
          <p:nvPr>
            <p:ph type="body" sz="quarter" idx="18"/>
          </p:nvPr>
        </p:nvSpPr>
        <p:spPr>
          <a:xfrm>
            <a:off x="6683077" y="1395537"/>
            <a:ext cx="4790314" cy="642164"/>
          </a:xfrm>
          <a:prstGeom prst="rect">
            <a:avLst/>
          </a:prstGeom>
        </p:spPr>
        <p:txBody>
          <a:bodyPr>
            <a:normAutofit/>
          </a:bodyPr>
          <a:lstStyle>
            <a:lvl1pPr>
              <a:defRPr sz="1400"/>
            </a:lvl1pPr>
          </a:lstStyle>
          <a:p>
            <a:pPr lvl="0"/>
            <a:r>
              <a:rPr lang="ru-RU" dirty="0"/>
              <a:t>Образец текста</a:t>
            </a:r>
          </a:p>
        </p:txBody>
      </p:sp>
      <p:sp>
        <p:nvSpPr>
          <p:cNvPr id="14" name="Текст 35">
            <a:extLst>
              <a:ext uri="{FF2B5EF4-FFF2-40B4-BE49-F238E27FC236}">
                <a16:creationId xmlns:a16="http://schemas.microsoft.com/office/drawing/2014/main" id="{C694E912-AC3F-437A-90AD-A48291DCE9BD}"/>
              </a:ext>
            </a:extLst>
          </p:cNvPr>
          <p:cNvSpPr>
            <a:spLocks noGrp="1"/>
          </p:cNvSpPr>
          <p:nvPr>
            <p:ph type="body" sz="quarter" idx="22"/>
          </p:nvPr>
        </p:nvSpPr>
        <p:spPr>
          <a:xfrm>
            <a:off x="6683077" y="2284561"/>
            <a:ext cx="4790314" cy="1021701"/>
          </a:xfrm>
          <a:prstGeom prst="roundRect">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5">
                    <a:lumMod val="60000"/>
                    <a:lumOff val="40000"/>
                  </a:schemeClr>
                </a:solidFill>
              </a:defRPr>
            </a:lvl1pPr>
          </a:lstStyle>
          <a:p>
            <a:pPr lvl="0"/>
            <a:r>
              <a:rPr lang="ru-RU" dirty="0"/>
              <a:t>Образец текста</a:t>
            </a:r>
          </a:p>
        </p:txBody>
      </p:sp>
      <p:sp>
        <p:nvSpPr>
          <p:cNvPr id="15" name="Текст 35">
            <a:extLst>
              <a:ext uri="{FF2B5EF4-FFF2-40B4-BE49-F238E27FC236}">
                <a16:creationId xmlns:a16="http://schemas.microsoft.com/office/drawing/2014/main" id="{DE78EAF0-6854-4E73-A48A-917C1A86C3F4}"/>
              </a:ext>
            </a:extLst>
          </p:cNvPr>
          <p:cNvSpPr>
            <a:spLocks noGrp="1"/>
          </p:cNvSpPr>
          <p:nvPr>
            <p:ph type="body" sz="quarter" idx="23"/>
          </p:nvPr>
        </p:nvSpPr>
        <p:spPr>
          <a:xfrm>
            <a:off x="6683077" y="2664098"/>
            <a:ext cx="4790314" cy="642164"/>
          </a:xfrm>
          <a:prstGeom prst="rect">
            <a:avLst/>
          </a:prstGeom>
        </p:spPr>
        <p:txBody>
          <a:bodyPr>
            <a:normAutofit/>
          </a:bodyPr>
          <a:lstStyle>
            <a:lvl1pPr>
              <a:defRPr sz="1400"/>
            </a:lvl1pPr>
          </a:lstStyle>
          <a:p>
            <a:pPr lvl="0"/>
            <a:r>
              <a:rPr lang="ru-RU" dirty="0"/>
              <a:t>Образец текста</a:t>
            </a:r>
          </a:p>
        </p:txBody>
      </p:sp>
      <p:sp>
        <p:nvSpPr>
          <p:cNvPr id="16" name="Текст 35">
            <a:extLst>
              <a:ext uri="{FF2B5EF4-FFF2-40B4-BE49-F238E27FC236}">
                <a16:creationId xmlns:a16="http://schemas.microsoft.com/office/drawing/2014/main" id="{72D68DD9-6181-4C35-909B-154E5E309C97}"/>
              </a:ext>
            </a:extLst>
          </p:cNvPr>
          <p:cNvSpPr>
            <a:spLocks noGrp="1"/>
          </p:cNvSpPr>
          <p:nvPr>
            <p:ph type="body" sz="quarter" idx="24"/>
          </p:nvPr>
        </p:nvSpPr>
        <p:spPr>
          <a:xfrm>
            <a:off x="6683077" y="3553122"/>
            <a:ext cx="4790314" cy="1021701"/>
          </a:xfrm>
          <a:prstGeom prst="roundRect">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4"/>
                </a:solidFill>
              </a:defRPr>
            </a:lvl1pPr>
          </a:lstStyle>
          <a:p>
            <a:pPr lvl="0"/>
            <a:r>
              <a:rPr lang="ru-RU" dirty="0"/>
              <a:t>Образец текста</a:t>
            </a:r>
          </a:p>
        </p:txBody>
      </p:sp>
      <p:sp>
        <p:nvSpPr>
          <p:cNvPr id="17" name="Текст 35">
            <a:extLst>
              <a:ext uri="{FF2B5EF4-FFF2-40B4-BE49-F238E27FC236}">
                <a16:creationId xmlns:a16="http://schemas.microsoft.com/office/drawing/2014/main" id="{7D5E34DD-827F-4597-BFDE-34D8830FB250}"/>
              </a:ext>
            </a:extLst>
          </p:cNvPr>
          <p:cNvSpPr>
            <a:spLocks noGrp="1"/>
          </p:cNvSpPr>
          <p:nvPr>
            <p:ph type="body" sz="quarter" idx="25"/>
          </p:nvPr>
        </p:nvSpPr>
        <p:spPr>
          <a:xfrm>
            <a:off x="6683077" y="3932659"/>
            <a:ext cx="4790314" cy="642164"/>
          </a:xfrm>
          <a:prstGeom prst="rect">
            <a:avLst/>
          </a:prstGeom>
        </p:spPr>
        <p:txBody>
          <a:bodyPr>
            <a:normAutofit/>
          </a:bodyPr>
          <a:lstStyle>
            <a:lvl1pPr>
              <a:defRPr sz="1400"/>
            </a:lvl1pPr>
          </a:lstStyle>
          <a:p>
            <a:pPr lvl="0"/>
            <a:r>
              <a:rPr lang="ru-RU" dirty="0"/>
              <a:t>Образец текста</a:t>
            </a:r>
          </a:p>
        </p:txBody>
      </p:sp>
      <p:sp>
        <p:nvSpPr>
          <p:cNvPr id="18" name="Текст 35">
            <a:extLst>
              <a:ext uri="{FF2B5EF4-FFF2-40B4-BE49-F238E27FC236}">
                <a16:creationId xmlns:a16="http://schemas.microsoft.com/office/drawing/2014/main" id="{6305AE9F-2B19-4EA1-A48B-435746C35E60}"/>
              </a:ext>
            </a:extLst>
          </p:cNvPr>
          <p:cNvSpPr>
            <a:spLocks noGrp="1"/>
          </p:cNvSpPr>
          <p:nvPr>
            <p:ph type="body" sz="quarter" idx="26"/>
          </p:nvPr>
        </p:nvSpPr>
        <p:spPr>
          <a:xfrm>
            <a:off x="6683077" y="4821684"/>
            <a:ext cx="4790314" cy="1021701"/>
          </a:xfrm>
          <a:prstGeom prst="roundRect">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2"/>
                </a:solidFill>
              </a:defRPr>
            </a:lvl1pPr>
          </a:lstStyle>
          <a:p>
            <a:pPr lvl="0"/>
            <a:r>
              <a:rPr lang="ru-RU" dirty="0"/>
              <a:t>Образец текста</a:t>
            </a:r>
          </a:p>
        </p:txBody>
      </p:sp>
      <p:sp>
        <p:nvSpPr>
          <p:cNvPr id="19" name="Текст 35">
            <a:extLst>
              <a:ext uri="{FF2B5EF4-FFF2-40B4-BE49-F238E27FC236}">
                <a16:creationId xmlns:a16="http://schemas.microsoft.com/office/drawing/2014/main" id="{CF9D9CFB-62B9-4CE0-8770-0CB398D99F7E}"/>
              </a:ext>
            </a:extLst>
          </p:cNvPr>
          <p:cNvSpPr>
            <a:spLocks noGrp="1"/>
          </p:cNvSpPr>
          <p:nvPr>
            <p:ph type="body" sz="quarter" idx="27"/>
          </p:nvPr>
        </p:nvSpPr>
        <p:spPr>
          <a:xfrm>
            <a:off x="6683077" y="5201221"/>
            <a:ext cx="4790314" cy="642164"/>
          </a:xfrm>
          <a:prstGeom prst="rect">
            <a:avLst/>
          </a:prstGeom>
        </p:spPr>
        <p:txBody>
          <a:bodyPr>
            <a:normAutofit/>
          </a:bodyPr>
          <a:lstStyle>
            <a:lvl1pPr>
              <a:defRPr sz="1400"/>
            </a:lvl1pPr>
          </a:lstStyle>
          <a:p>
            <a:pPr lvl="0"/>
            <a:r>
              <a:rPr lang="ru-RU" dirty="0"/>
              <a:t>Образец текста</a:t>
            </a:r>
          </a:p>
        </p:txBody>
      </p:sp>
    </p:spTree>
    <p:extLst>
      <p:ext uri="{BB962C8B-B14F-4D97-AF65-F5344CB8AC3E}">
        <p14:creationId xmlns:p14="http://schemas.microsoft.com/office/powerpoint/2010/main" val="1016386434"/>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Статистика">
    <p:spTree>
      <p:nvGrpSpPr>
        <p:cNvPr id="1" name=""/>
        <p:cNvGrpSpPr/>
        <p:nvPr/>
      </p:nvGrpSpPr>
      <p:grpSpPr>
        <a:xfrm>
          <a:off x="0" y="0"/>
          <a:ext cx="0" cy="0"/>
          <a:chOff x="0" y="0"/>
          <a:chExt cx="0" cy="0"/>
        </a:xfrm>
      </p:grpSpPr>
      <p:sp>
        <p:nvSpPr>
          <p:cNvPr id="5" name="Дата 3">
            <a:extLst>
              <a:ext uri="{FF2B5EF4-FFF2-40B4-BE49-F238E27FC236}">
                <a16:creationId xmlns:a16="http://schemas.microsoft.com/office/drawing/2014/main" id="{916B7A0B-21BC-45FE-AFF7-52F34B6D0F83}"/>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BF4F29EB-DFD0-428E-8E89-ED117A3553E3}" type="datetime1">
              <a:rPr lang="ru-RU" smtClean="0"/>
              <a:t>14.09.2026</a:t>
            </a:fld>
            <a:endParaRPr lang="ru-RU"/>
          </a:p>
        </p:txBody>
      </p:sp>
      <p:sp>
        <p:nvSpPr>
          <p:cNvPr id="6" name="Нижний колонтитул 4">
            <a:extLst>
              <a:ext uri="{FF2B5EF4-FFF2-40B4-BE49-F238E27FC236}">
                <a16:creationId xmlns:a16="http://schemas.microsoft.com/office/drawing/2014/main" id="{6D393D3D-D368-4E15-8F2F-7A07229A98A8}"/>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7" name="Номер слайда 5">
            <a:extLst>
              <a:ext uri="{FF2B5EF4-FFF2-40B4-BE49-F238E27FC236}">
                <a16:creationId xmlns:a16="http://schemas.microsoft.com/office/drawing/2014/main" id="{0F5F999C-FF8F-49FD-8575-A50C0300C4F5}"/>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
        <p:nvSpPr>
          <p:cNvPr id="26" name="Заголовок 1">
            <a:extLst>
              <a:ext uri="{FF2B5EF4-FFF2-40B4-BE49-F238E27FC236}">
                <a16:creationId xmlns:a16="http://schemas.microsoft.com/office/drawing/2014/main" id="{55CB4C33-0A35-4822-B0EF-4E754699A138}"/>
              </a:ext>
            </a:extLst>
          </p:cNvPr>
          <p:cNvSpPr>
            <a:spLocks noGrp="1"/>
          </p:cNvSpPr>
          <p:nvPr>
            <p:ph type="title"/>
          </p:nvPr>
        </p:nvSpPr>
        <p:spPr>
          <a:xfrm>
            <a:off x="367721" y="421226"/>
            <a:ext cx="9862734" cy="376138"/>
          </a:xfrm>
          <a:prstGeom prst="rect">
            <a:avLst/>
          </a:prstGeom>
        </p:spPr>
        <p:txBody>
          <a:bodyPr vert="horz" lIns="91440" tIns="45720" rIns="91440" bIns="45720" rtlCol="0" anchor="b" anchorCtr="0">
            <a:noAutofit/>
          </a:bodyPr>
          <a:lstStyle/>
          <a:p>
            <a:r>
              <a:rPr lang="ru-RU" dirty="0"/>
              <a:t>ОБРАЗЕЦ ЗАГОЛОВКА</a:t>
            </a:r>
          </a:p>
        </p:txBody>
      </p:sp>
      <p:sp>
        <p:nvSpPr>
          <p:cNvPr id="11" name="Текст 35">
            <a:extLst>
              <a:ext uri="{FF2B5EF4-FFF2-40B4-BE49-F238E27FC236}">
                <a16:creationId xmlns:a16="http://schemas.microsoft.com/office/drawing/2014/main" id="{B1350734-1D64-4861-9813-14C6593B8523}"/>
              </a:ext>
            </a:extLst>
          </p:cNvPr>
          <p:cNvSpPr>
            <a:spLocks noGrp="1"/>
          </p:cNvSpPr>
          <p:nvPr>
            <p:ph type="body" sz="quarter" idx="21"/>
          </p:nvPr>
        </p:nvSpPr>
        <p:spPr>
          <a:xfrm>
            <a:off x="6683077" y="1016000"/>
            <a:ext cx="4790314" cy="1021701"/>
          </a:xfrm>
          <a:prstGeom prst="roundRect">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1"/>
                </a:solidFill>
              </a:defRPr>
            </a:lvl1pPr>
          </a:lstStyle>
          <a:p>
            <a:pPr lvl="0"/>
            <a:r>
              <a:rPr lang="ru-RU" dirty="0"/>
              <a:t/>
            </a:r>
          </a:p>
        </p:txBody>
      </p:sp>
      <p:sp>
        <p:nvSpPr>
          <p:cNvPr id="12" name="Текст 35">
            <a:extLst>
              <a:ext uri="{FF2B5EF4-FFF2-40B4-BE49-F238E27FC236}">
                <a16:creationId xmlns:a16="http://schemas.microsoft.com/office/drawing/2014/main" id="{010826A5-76AC-452C-9459-7CC1CCF22ED5}"/>
              </a:ext>
            </a:extLst>
          </p:cNvPr>
          <p:cNvSpPr>
            <a:spLocks noGrp="1"/>
          </p:cNvSpPr>
          <p:nvPr>
            <p:ph type="body" sz="quarter" idx="18"/>
          </p:nvPr>
        </p:nvSpPr>
        <p:spPr>
          <a:xfrm>
            <a:off x="6683077" y="1395537"/>
            <a:ext cx="4790314" cy="642164"/>
          </a:xfrm>
          <a:prstGeom prst="rect">
            <a:avLst/>
          </a:prstGeom>
        </p:spPr>
        <p:txBody>
          <a:bodyPr>
            <a:normAutofit/>
          </a:bodyPr>
          <a:lstStyle>
            <a:lvl1pPr>
              <a:defRPr sz="1400"/>
            </a:lvl1pPr>
          </a:lstStyle>
          <a:p>
            <a:pPr lvl="0"/>
            <a:r>
              <a:rPr lang="ru-RU" dirty="0"/>
              <a:t/>
            </a:r>
          </a:p>
        </p:txBody>
      </p:sp>
      <p:sp>
        <p:nvSpPr>
          <p:cNvPr id="14" name="Текст 35">
            <a:extLst>
              <a:ext uri="{FF2B5EF4-FFF2-40B4-BE49-F238E27FC236}">
                <a16:creationId xmlns:a16="http://schemas.microsoft.com/office/drawing/2014/main" id="{C694E912-AC3F-437A-90AD-A48291DCE9BD}"/>
              </a:ext>
            </a:extLst>
          </p:cNvPr>
          <p:cNvSpPr>
            <a:spLocks noGrp="1"/>
          </p:cNvSpPr>
          <p:nvPr>
            <p:ph type="body" sz="quarter" idx="22"/>
          </p:nvPr>
        </p:nvSpPr>
        <p:spPr>
          <a:xfrm>
            <a:off x="6683077" y="2284561"/>
            <a:ext cx="4790314" cy="1021701"/>
          </a:xfrm>
          <a:prstGeom prst="roundRect">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5">
                    <a:lumMod val="60000"/>
                    <a:lumOff val="40000"/>
                  </a:schemeClr>
                </a:solidFill>
              </a:defRPr>
            </a:lvl1pPr>
          </a:lstStyle>
          <a:p>
            <a:pPr lvl="0"/>
            <a:r>
              <a:rPr lang="ru-RU" dirty="0"/>
              <a:t/>
            </a:r>
          </a:p>
        </p:txBody>
      </p:sp>
      <p:sp>
        <p:nvSpPr>
          <p:cNvPr id="15" name="Текст 35">
            <a:extLst>
              <a:ext uri="{FF2B5EF4-FFF2-40B4-BE49-F238E27FC236}">
                <a16:creationId xmlns:a16="http://schemas.microsoft.com/office/drawing/2014/main" id="{DE78EAF0-6854-4E73-A48A-917C1A86C3F4}"/>
              </a:ext>
            </a:extLst>
          </p:cNvPr>
          <p:cNvSpPr>
            <a:spLocks noGrp="1"/>
          </p:cNvSpPr>
          <p:nvPr>
            <p:ph type="body" sz="quarter" idx="23"/>
          </p:nvPr>
        </p:nvSpPr>
        <p:spPr>
          <a:xfrm>
            <a:off x="6683077" y="2664098"/>
            <a:ext cx="4790314" cy="642164"/>
          </a:xfrm>
          <a:prstGeom prst="rect">
            <a:avLst/>
          </a:prstGeom>
        </p:spPr>
        <p:txBody>
          <a:bodyPr>
            <a:normAutofit/>
          </a:bodyPr>
          <a:lstStyle>
            <a:lvl1pPr>
              <a:defRPr sz="1400"/>
            </a:lvl1pPr>
          </a:lstStyle>
          <a:p>
            <a:pPr lvl="0"/>
            <a:r>
              <a:rPr lang="ru-RU" dirty="0"/>
              <a:t/>
            </a:r>
          </a:p>
        </p:txBody>
      </p:sp>
      <p:sp>
        <p:nvSpPr>
          <p:cNvPr id="16" name="Текст 35">
            <a:extLst>
              <a:ext uri="{FF2B5EF4-FFF2-40B4-BE49-F238E27FC236}">
                <a16:creationId xmlns:a16="http://schemas.microsoft.com/office/drawing/2014/main" id="{72D68DD9-6181-4C35-909B-154E5E309C97}"/>
              </a:ext>
            </a:extLst>
          </p:cNvPr>
          <p:cNvSpPr>
            <a:spLocks noGrp="1"/>
          </p:cNvSpPr>
          <p:nvPr>
            <p:ph type="body" sz="quarter" idx="24"/>
          </p:nvPr>
        </p:nvSpPr>
        <p:spPr>
          <a:xfrm>
            <a:off x="6683077" y="3553122"/>
            <a:ext cx="4790314" cy="1021701"/>
          </a:xfrm>
          <a:prstGeom prst="roundRect">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4"/>
                </a:solidFill>
              </a:defRPr>
            </a:lvl1pPr>
          </a:lstStyle>
          <a:p>
            <a:pPr lvl="0"/>
            <a:r>
              <a:rPr lang="ru-RU" dirty="0"/>
              <a:t/>
            </a:r>
          </a:p>
        </p:txBody>
      </p:sp>
      <p:sp>
        <p:nvSpPr>
          <p:cNvPr id="17" name="Текст 35">
            <a:extLst>
              <a:ext uri="{FF2B5EF4-FFF2-40B4-BE49-F238E27FC236}">
                <a16:creationId xmlns:a16="http://schemas.microsoft.com/office/drawing/2014/main" id="{7D5E34DD-827F-4597-BFDE-34D8830FB250}"/>
              </a:ext>
            </a:extLst>
          </p:cNvPr>
          <p:cNvSpPr>
            <a:spLocks noGrp="1"/>
          </p:cNvSpPr>
          <p:nvPr>
            <p:ph type="body" sz="quarter" idx="25"/>
          </p:nvPr>
        </p:nvSpPr>
        <p:spPr>
          <a:xfrm>
            <a:off x="6683077" y="3932659"/>
            <a:ext cx="4790314" cy="642164"/>
          </a:xfrm>
          <a:prstGeom prst="rect">
            <a:avLst/>
          </a:prstGeom>
        </p:spPr>
        <p:txBody>
          <a:bodyPr>
            <a:normAutofit/>
          </a:bodyPr>
          <a:lstStyle>
            <a:lvl1pPr>
              <a:defRPr sz="1400"/>
            </a:lvl1pPr>
          </a:lstStyle>
          <a:p>
            <a:pPr lvl="0"/>
            <a:r>
              <a:rPr lang="ru-RU" dirty="0"/>
              <a:t/>
            </a:r>
          </a:p>
        </p:txBody>
      </p:sp>
      <p:sp>
        <p:nvSpPr>
          <p:cNvPr id="18" name="Текст 35">
            <a:extLst>
              <a:ext uri="{FF2B5EF4-FFF2-40B4-BE49-F238E27FC236}">
                <a16:creationId xmlns:a16="http://schemas.microsoft.com/office/drawing/2014/main" id="{6305AE9F-2B19-4EA1-A48B-435746C35E60}"/>
              </a:ext>
            </a:extLst>
          </p:cNvPr>
          <p:cNvSpPr>
            <a:spLocks noGrp="1"/>
          </p:cNvSpPr>
          <p:nvPr>
            <p:ph type="body" sz="quarter" idx="26"/>
          </p:nvPr>
        </p:nvSpPr>
        <p:spPr>
          <a:xfrm>
            <a:off x="6683077" y="4821684"/>
            <a:ext cx="4790314" cy="1021701"/>
          </a:xfrm>
          <a:prstGeom prst="roundRect">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2"/>
                </a:solidFill>
              </a:defRPr>
            </a:lvl1pPr>
          </a:lstStyle>
          <a:p>
            <a:pPr lvl="0"/>
            <a:r>
              <a:rPr lang="ru-RU" dirty="0"/>
              <a:t/>
            </a:r>
          </a:p>
        </p:txBody>
      </p:sp>
      <p:sp>
        <p:nvSpPr>
          <p:cNvPr id="19" name="Текст 35">
            <a:extLst>
              <a:ext uri="{FF2B5EF4-FFF2-40B4-BE49-F238E27FC236}">
                <a16:creationId xmlns:a16="http://schemas.microsoft.com/office/drawing/2014/main" id="{CF9D9CFB-62B9-4CE0-8770-0CB398D99F7E}"/>
              </a:ext>
            </a:extLst>
          </p:cNvPr>
          <p:cNvSpPr>
            <a:spLocks noGrp="1"/>
          </p:cNvSpPr>
          <p:nvPr>
            <p:ph type="body" sz="quarter" idx="27"/>
          </p:nvPr>
        </p:nvSpPr>
        <p:spPr>
          <a:xfrm>
            <a:off x="6683077" y="5201221"/>
            <a:ext cx="4790314" cy="642164"/>
          </a:xfrm>
          <a:prstGeom prst="rect">
            <a:avLst/>
          </a:prstGeom>
        </p:spPr>
        <p:txBody>
          <a:bodyPr>
            <a:normAutofit/>
          </a:bodyPr>
          <a:lstStyle>
            <a:lvl1pPr>
              <a:defRPr sz="1400"/>
            </a:lvl1pPr>
          </a:lstStyle>
          <a:p>
            <a:pPr lvl="0"/>
            <a:r>
              <a:rPr lang="ru-RU" dirty="0"/>
              <a:t/>
            </a:r>
          </a:p>
        </p:txBody>
      </p:sp>
    </p:spTree>
    <p:extLst>
      <p:ext uri="{BB962C8B-B14F-4D97-AF65-F5344CB8AC3E}">
        <p14:creationId xmlns:p14="http://schemas.microsoft.com/office/powerpoint/2010/main" val="338058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Стадии">
    <p:spTree>
      <p:nvGrpSpPr>
        <p:cNvPr id="1" name=""/>
        <p:cNvGrpSpPr/>
        <p:nvPr/>
      </p:nvGrpSpPr>
      <p:grpSpPr>
        <a:xfrm>
          <a:off x="0" y="0"/>
          <a:ext cx="0" cy="0"/>
          <a:chOff x="0" y="0"/>
          <a:chExt cx="0" cy="0"/>
        </a:xfrm>
      </p:grpSpPr>
      <p:sp>
        <p:nvSpPr>
          <p:cNvPr id="5" name="Дата 3">
            <a:extLst>
              <a:ext uri="{FF2B5EF4-FFF2-40B4-BE49-F238E27FC236}">
                <a16:creationId xmlns:a16="http://schemas.microsoft.com/office/drawing/2014/main" id="{916B7A0B-21BC-45FE-AFF7-52F34B6D0F83}"/>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D52F0272-0FEA-44CE-966E-3D169B2F53D4}" type="datetime1">
              <a:rPr lang="ru-RU" smtClean="0"/>
              <a:t>14.09.2026</a:t>
            </a:fld>
            <a:endParaRPr lang="ru-RU"/>
          </a:p>
        </p:txBody>
      </p:sp>
      <p:sp>
        <p:nvSpPr>
          <p:cNvPr id="6" name="Нижний колонтитул 4">
            <a:extLst>
              <a:ext uri="{FF2B5EF4-FFF2-40B4-BE49-F238E27FC236}">
                <a16:creationId xmlns:a16="http://schemas.microsoft.com/office/drawing/2014/main" id="{6D393D3D-D368-4E15-8F2F-7A07229A98A8}"/>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7" name="Номер слайда 5">
            <a:extLst>
              <a:ext uri="{FF2B5EF4-FFF2-40B4-BE49-F238E27FC236}">
                <a16:creationId xmlns:a16="http://schemas.microsoft.com/office/drawing/2014/main" id="{0F5F999C-FF8F-49FD-8575-A50C0300C4F5}"/>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
        <p:nvSpPr>
          <p:cNvPr id="8" name="Текст 35">
            <a:extLst>
              <a:ext uri="{FF2B5EF4-FFF2-40B4-BE49-F238E27FC236}">
                <a16:creationId xmlns:a16="http://schemas.microsoft.com/office/drawing/2014/main" id="{BE583EE3-33C6-4FCC-9F56-28AB0B4FCAD9}"/>
              </a:ext>
            </a:extLst>
          </p:cNvPr>
          <p:cNvSpPr>
            <a:spLocks noGrp="1"/>
          </p:cNvSpPr>
          <p:nvPr>
            <p:ph type="body" sz="quarter" idx="26"/>
          </p:nvPr>
        </p:nvSpPr>
        <p:spPr>
          <a:xfrm>
            <a:off x="346075" y="1024937"/>
            <a:ext cx="2526079" cy="1476687"/>
          </a:xfrm>
          <a:prstGeom prst="roundRect">
            <a:avLst>
              <a:gd name="adj" fmla="val 15887"/>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600" b="1">
                <a:solidFill>
                  <a:schemeClr val="accent2"/>
                </a:solidFill>
              </a:defRPr>
            </a:lvl1pPr>
          </a:lstStyle>
          <a:p>
            <a:pPr lvl="0"/>
            <a:r>
              <a:rPr lang="ru-RU" dirty="0"/>
              <a:t/>
            </a:r>
          </a:p>
        </p:txBody>
      </p:sp>
      <p:sp>
        <p:nvSpPr>
          <p:cNvPr id="9" name="Текст 35">
            <a:extLst>
              <a:ext uri="{FF2B5EF4-FFF2-40B4-BE49-F238E27FC236}">
                <a16:creationId xmlns:a16="http://schemas.microsoft.com/office/drawing/2014/main" id="{AFEBE25F-FFFE-4B9D-94E7-7A69C7B0D747}"/>
              </a:ext>
            </a:extLst>
          </p:cNvPr>
          <p:cNvSpPr>
            <a:spLocks noGrp="1"/>
          </p:cNvSpPr>
          <p:nvPr>
            <p:ph type="body" sz="quarter" idx="27"/>
          </p:nvPr>
        </p:nvSpPr>
        <p:spPr>
          <a:xfrm>
            <a:off x="346075" y="1380939"/>
            <a:ext cx="2526079" cy="1120685"/>
          </a:xfrm>
          <a:prstGeom prst="rect">
            <a:avLst/>
          </a:prstGeom>
        </p:spPr>
        <p:txBody>
          <a:bodyPr>
            <a:normAutofit/>
          </a:bodyPr>
          <a:lstStyle>
            <a:lvl1pPr>
              <a:defRPr sz="1400"/>
            </a:lvl1pPr>
          </a:lstStyle>
          <a:p>
            <a:pPr lvl="0"/>
            <a:r>
              <a:rPr lang="ru-RU" dirty="0"/>
              <a:t/>
            </a:r>
          </a:p>
        </p:txBody>
      </p:sp>
      <p:sp>
        <p:nvSpPr>
          <p:cNvPr id="72" name="Текст 35">
            <a:extLst>
              <a:ext uri="{FF2B5EF4-FFF2-40B4-BE49-F238E27FC236}">
                <a16:creationId xmlns:a16="http://schemas.microsoft.com/office/drawing/2014/main" id="{3E63DE62-DFB7-44A9-A85D-B687FAE797DC}"/>
              </a:ext>
            </a:extLst>
          </p:cNvPr>
          <p:cNvSpPr>
            <a:spLocks noGrp="1"/>
          </p:cNvSpPr>
          <p:nvPr>
            <p:ph type="body" sz="quarter" idx="28"/>
          </p:nvPr>
        </p:nvSpPr>
        <p:spPr>
          <a:xfrm>
            <a:off x="4832960" y="1024937"/>
            <a:ext cx="2526079" cy="1476687"/>
          </a:xfrm>
          <a:prstGeom prst="roundRect">
            <a:avLst>
              <a:gd name="adj" fmla="val 15887"/>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600" b="1">
                <a:solidFill>
                  <a:schemeClr val="accent2"/>
                </a:solidFill>
              </a:defRPr>
            </a:lvl1pPr>
          </a:lstStyle>
          <a:p>
            <a:pPr lvl="0"/>
            <a:r>
              <a:rPr lang="ru-RU" dirty="0"/>
              <a:t/>
            </a:r>
          </a:p>
        </p:txBody>
      </p:sp>
      <p:sp>
        <p:nvSpPr>
          <p:cNvPr id="73" name="Текст 35">
            <a:extLst>
              <a:ext uri="{FF2B5EF4-FFF2-40B4-BE49-F238E27FC236}">
                <a16:creationId xmlns:a16="http://schemas.microsoft.com/office/drawing/2014/main" id="{65791B9B-D32F-4C66-AD0A-B1F3CB6B2B21}"/>
              </a:ext>
            </a:extLst>
          </p:cNvPr>
          <p:cNvSpPr>
            <a:spLocks noGrp="1"/>
          </p:cNvSpPr>
          <p:nvPr>
            <p:ph type="body" sz="quarter" idx="29"/>
          </p:nvPr>
        </p:nvSpPr>
        <p:spPr>
          <a:xfrm>
            <a:off x="4832960" y="1380939"/>
            <a:ext cx="2526079" cy="1120685"/>
          </a:xfrm>
          <a:prstGeom prst="rect">
            <a:avLst/>
          </a:prstGeom>
        </p:spPr>
        <p:txBody>
          <a:bodyPr>
            <a:normAutofit/>
          </a:bodyPr>
          <a:lstStyle>
            <a:lvl1pPr>
              <a:defRPr sz="1400"/>
            </a:lvl1pPr>
          </a:lstStyle>
          <a:p>
            <a:pPr lvl="0"/>
            <a:r>
              <a:rPr lang="ru-RU" dirty="0"/>
              <a:t/>
            </a:r>
          </a:p>
        </p:txBody>
      </p:sp>
      <p:sp>
        <p:nvSpPr>
          <p:cNvPr id="74" name="Текст 35">
            <a:extLst>
              <a:ext uri="{FF2B5EF4-FFF2-40B4-BE49-F238E27FC236}">
                <a16:creationId xmlns:a16="http://schemas.microsoft.com/office/drawing/2014/main" id="{3052024B-27A5-4D0B-A7E7-5161FB0ED379}"/>
              </a:ext>
            </a:extLst>
          </p:cNvPr>
          <p:cNvSpPr>
            <a:spLocks noGrp="1"/>
          </p:cNvSpPr>
          <p:nvPr>
            <p:ph type="body" sz="quarter" idx="30"/>
          </p:nvPr>
        </p:nvSpPr>
        <p:spPr>
          <a:xfrm>
            <a:off x="9330862" y="1024937"/>
            <a:ext cx="2526079" cy="1476687"/>
          </a:xfrm>
          <a:prstGeom prst="roundRect">
            <a:avLst>
              <a:gd name="adj" fmla="val 15887"/>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600" b="1">
                <a:solidFill>
                  <a:schemeClr val="accent2"/>
                </a:solidFill>
              </a:defRPr>
            </a:lvl1pPr>
          </a:lstStyle>
          <a:p>
            <a:pPr lvl="0"/>
            <a:r>
              <a:rPr lang="ru-RU" dirty="0"/>
              <a:t/>
            </a:r>
          </a:p>
        </p:txBody>
      </p:sp>
      <p:sp>
        <p:nvSpPr>
          <p:cNvPr id="75" name="Текст 35">
            <a:extLst>
              <a:ext uri="{FF2B5EF4-FFF2-40B4-BE49-F238E27FC236}">
                <a16:creationId xmlns:a16="http://schemas.microsoft.com/office/drawing/2014/main" id="{9DFC47B0-ECC1-49CE-99A3-DC05480669A7}"/>
              </a:ext>
            </a:extLst>
          </p:cNvPr>
          <p:cNvSpPr>
            <a:spLocks noGrp="1"/>
          </p:cNvSpPr>
          <p:nvPr>
            <p:ph type="body" sz="quarter" idx="31"/>
          </p:nvPr>
        </p:nvSpPr>
        <p:spPr>
          <a:xfrm>
            <a:off x="9330862" y="1380939"/>
            <a:ext cx="2526079" cy="1120685"/>
          </a:xfrm>
          <a:prstGeom prst="rect">
            <a:avLst/>
          </a:prstGeom>
        </p:spPr>
        <p:txBody>
          <a:bodyPr>
            <a:normAutofit/>
          </a:bodyPr>
          <a:lstStyle>
            <a:lvl1pPr>
              <a:defRPr sz="1400"/>
            </a:lvl1pPr>
          </a:lstStyle>
          <a:p>
            <a:pPr lvl="0"/>
            <a:r>
              <a:rPr lang="ru-RU" dirty="0"/>
              <a:t/>
            </a:r>
          </a:p>
        </p:txBody>
      </p:sp>
      <p:sp>
        <p:nvSpPr>
          <p:cNvPr id="76" name="Текст 35">
            <a:extLst>
              <a:ext uri="{FF2B5EF4-FFF2-40B4-BE49-F238E27FC236}">
                <a16:creationId xmlns:a16="http://schemas.microsoft.com/office/drawing/2014/main" id="{3B86BD35-3919-4E07-B138-AAF7CFF7DF02}"/>
              </a:ext>
            </a:extLst>
          </p:cNvPr>
          <p:cNvSpPr>
            <a:spLocks noGrp="1"/>
          </p:cNvSpPr>
          <p:nvPr>
            <p:ph type="body" sz="quarter" idx="32"/>
          </p:nvPr>
        </p:nvSpPr>
        <p:spPr>
          <a:xfrm>
            <a:off x="2593517" y="4358152"/>
            <a:ext cx="2526079" cy="1476687"/>
          </a:xfrm>
          <a:prstGeom prst="roundRect">
            <a:avLst>
              <a:gd name="adj" fmla="val 15887"/>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600" b="1">
                <a:solidFill>
                  <a:schemeClr val="accent2"/>
                </a:solidFill>
              </a:defRPr>
            </a:lvl1pPr>
          </a:lstStyle>
          <a:p>
            <a:pPr lvl="0"/>
            <a:r>
              <a:rPr lang="ru-RU" dirty="0"/>
              <a:t/>
            </a:r>
          </a:p>
        </p:txBody>
      </p:sp>
      <p:sp>
        <p:nvSpPr>
          <p:cNvPr id="77" name="Текст 35">
            <a:extLst>
              <a:ext uri="{FF2B5EF4-FFF2-40B4-BE49-F238E27FC236}">
                <a16:creationId xmlns:a16="http://schemas.microsoft.com/office/drawing/2014/main" id="{10D94F19-5929-4A71-8C96-769ED6DD0BAE}"/>
              </a:ext>
            </a:extLst>
          </p:cNvPr>
          <p:cNvSpPr>
            <a:spLocks noGrp="1"/>
          </p:cNvSpPr>
          <p:nvPr>
            <p:ph type="body" sz="quarter" idx="33"/>
          </p:nvPr>
        </p:nvSpPr>
        <p:spPr>
          <a:xfrm>
            <a:off x="2593517" y="4714154"/>
            <a:ext cx="2526079" cy="1120685"/>
          </a:xfrm>
          <a:prstGeom prst="rect">
            <a:avLst/>
          </a:prstGeom>
        </p:spPr>
        <p:txBody>
          <a:bodyPr>
            <a:normAutofit/>
          </a:bodyPr>
          <a:lstStyle>
            <a:lvl1pPr>
              <a:defRPr sz="1400"/>
            </a:lvl1pPr>
          </a:lstStyle>
          <a:p>
            <a:pPr lvl="0"/>
            <a:r>
              <a:rPr lang="ru-RU" dirty="0"/>
              <a:t/>
            </a:r>
          </a:p>
        </p:txBody>
      </p:sp>
      <p:sp>
        <p:nvSpPr>
          <p:cNvPr id="78" name="Текст 35">
            <a:extLst>
              <a:ext uri="{FF2B5EF4-FFF2-40B4-BE49-F238E27FC236}">
                <a16:creationId xmlns:a16="http://schemas.microsoft.com/office/drawing/2014/main" id="{D84303F2-08F5-497F-BC9B-59F70995863F}"/>
              </a:ext>
            </a:extLst>
          </p:cNvPr>
          <p:cNvSpPr>
            <a:spLocks noGrp="1"/>
          </p:cNvSpPr>
          <p:nvPr>
            <p:ph type="body" sz="quarter" idx="34"/>
          </p:nvPr>
        </p:nvSpPr>
        <p:spPr>
          <a:xfrm>
            <a:off x="7080402" y="4358152"/>
            <a:ext cx="2526079" cy="1476687"/>
          </a:xfrm>
          <a:prstGeom prst="roundRect">
            <a:avLst>
              <a:gd name="adj" fmla="val 15887"/>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600" b="1">
                <a:solidFill>
                  <a:schemeClr val="accent2"/>
                </a:solidFill>
              </a:defRPr>
            </a:lvl1pPr>
          </a:lstStyle>
          <a:p>
            <a:pPr lvl="0"/>
            <a:r>
              <a:rPr lang="ru-RU" dirty="0"/>
              <a:t/>
            </a:r>
          </a:p>
        </p:txBody>
      </p:sp>
      <p:sp>
        <p:nvSpPr>
          <p:cNvPr id="79" name="Текст 35">
            <a:extLst>
              <a:ext uri="{FF2B5EF4-FFF2-40B4-BE49-F238E27FC236}">
                <a16:creationId xmlns:a16="http://schemas.microsoft.com/office/drawing/2014/main" id="{EA5C32CD-4539-4313-8B67-943CB8F5EBD9}"/>
              </a:ext>
            </a:extLst>
          </p:cNvPr>
          <p:cNvSpPr>
            <a:spLocks noGrp="1"/>
          </p:cNvSpPr>
          <p:nvPr>
            <p:ph type="body" sz="quarter" idx="35"/>
          </p:nvPr>
        </p:nvSpPr>
        <p:spPr>
          <a:xfrm>
            <a:off x="7080402" y="4714154"/>
            <a:ext cx="2526079" cy="1120685"/>
          </a:xfrm>
          <a:prstGeom prst="rect">
            <a:avLst/>
          </a:prstGeom>
        </p:spPr>
        <p:txBody>
          <a:bodyPr>
            <a:normAutofit/>
          </a:bodyPr>
          <a:lstStyle>
            <a:lvl1pPr>
              <a:defRPr sz="1400"/>
            </a:lvl1pPr>
          </a:lstStyle>
          <a:p>
            <a:pPr lvl="0"/>
            <a:r>
              <a:rPr lang="ru-RU" dirty="0"/>
              <a:t/>
            </a:r>
          </a:p>
        </p:txBody>
      </p:sp>
      <p:sp>
        <p:nvSpPr>
          <p:cNvPr id="100" name="Заголовок 1">
            <a:extLst>
              <a:ext uri="{FF2B5EF4-FFF2-40B4-BE49-F238E27FC236}">
                <a16:creationId xmlns:a16="http://schemas.microsoft.com/office/drawing/2014/main" id="{6641864C-9659-45A2-A61F-BB1A3067B16A}"/>
              </a:ext>
            </a:extLst>
          </p:cNvPr>
          <p:cNvSpPr>
            <a:spLocks noGrp="1"/>
          </p:cNvSpPr>
          <p:nvPr>
            <p:ph type="title"/>
          </p:nvPr>
        </p:nvSpPr>
        <p:spPr>
          <a:xfrm>
            <a:off x="384256" y="421226"/>
            <a:ext cx="9862734" cy="376138"/>
          </a:xfrm>
          <a:prstGeom prst="rect">
            <a:avLst/>
          </a:prstGeom>
        </p:spPr>
        <p:txBody>
          <a:bodyPr vert="horz" lIns="91440" tIns="45720" rIns="91440" bIns="45720" rtlCol="0" anchor="b" anchorCtr="0">
            <a:noAutofit/>
          </a:bodyPr>
          <a:lstStyle/>
          <a:p>
            <a:r>
              <a:rPr lang="ru-RU" dirty="0"/>
              <a:t>ОБРАЗЕЦ ЗАГОЛОВКА</a:t>
            </a:r>
          </a:p>
        </p:txBody>
      </p:sp>
    </p:spTree>
    <p:extLst>
      <p:ext uri="{BB962C8B-B14F-4D97-AF65-F5344CB8AC3E}">
        <p14:creationId xmlns:p14="http://schemas.microsoft.com/office/powerpoint/2010/main" val="35591179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Проблема и решение">
    <p:spTree>
      <p:nvGrpSpPr>
        <p:cNvPr id="1" name=""/>
        <p:cNvGrpSpPr/>
        <p:nvPr/>
      </p:nvGrpSpPr>
      <p:grpSpPr>
        <a:xfrm>
          <a:off x="0" y="0"/>
          <a:ext cx="0" cy="0"/>
          <a:chOff x="0" y="0"/>
          <a:chExt cx="0" cy="0"/>
        </a:xfrm>
      </p:grpSpPr>
      <p:sp>
        <p:nvSpPr>
          <p:cNvPr id="5" name="Дата 3">
            <a:extLst>
              <a:ext uri="{FF2B5EF4-FFF2-40B4-BE49-F238E27FC236}">
                <a16:creationId xmlns:a16="http://schemas.microsoft.com/office/drawing/2014/main" id="{916B7A0B-21BC-45FE-AFF7-52F34B6D0F83}"/>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062B0DBE-B5A9-470E-85A9-7CC062D5339A}" type="datetime1">
              <a:rPr lang="ru-RU" smtClean="0"/>
              <a:t>14.09.2026</a:t>
            </a:fld>
            <a:endParaRPr lang="ru-RU"/>
          </a:p>
        </p:txBody>
      </p:sp>
      <p:sp>
        <p:nvSpPr>
          <p:cNvPr id="6" name="Нижний колонтитул 4">
            <a:extLst>
              <a:ext uri="{FF2B5EF4-FFF2-40B4-BE49-F238E27FC236}">
                <a16:creationId xmlns:a16="http://schemas.microsoft.com/office/drawing/2014/main" id="{6D393D3D-D368-4E15-8F2F-7A07229A98A8}"/>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7" name="Номер слайда 5">
            <a:extLst>
              <a:ext uri="{FF2B5EF4-FFF2-40B4-BE49-F238E27FC236}">
                <a16:creationId xmlns:a16="http://schemas.microsoft.com/office/drawing/2014/main" id="{0F5F999C-FF8F-49FD-8575-A50C0300C4F5}"/>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
        <p:nvSpPr>
          <p:cNvPr id="100" name="Заголовок 1">
            <a:extLst>
              <a:ext uri="{FF2B5EF4-FFF2-40B4-BE49-F238E27FC236}">
                <a16:creationId xmlns:a16="http://schemas.microsoft.com/office/drawing/2014/main" id="{6641864C-9659-45A2-A61F-BB1A3067B16A}"/>
              </a:ext>
            </a:extLst>
          </p:cNvPr>
          <p:cNvSpPr>
            <a:spLocks noGrp="1"/>
          </p:cNvSpPr>
          <p:nvPr>
            <p:ph type="title"/>
          </p:nvPr>
        </p:nvSpPr>
        <p:spPr>
          <a:xfrm>
            <a:off x="357650" y="421226"/>
            <a:ext cx="9862734" cy="376138"/>
          </a:xfrm>
          <a:prstGeom prst="rect">
            <a:avLst/>
          </a:prstGeom>
        </p:spPr>
        <p:txBody>
          <a:bodyPr vert="horz" lIns="91440" tIns="45720" rIns="91440" bIns="45720" rtlCol="0" anchor="b" anchorCtr="0">
            <a:noAutofit/>
          </a:bodyPr>
          <a:lstStyle/>
          <a:p>
            <a:r>
              <a:rPr lang="ru-RU" dirty="0"/>
              <a:t>ОБРАЗЕЦ ЗАГОЛОВКА</a:t>
            </a:r>
          </a:p>
        </p:txBody>
      </p:sp>
      <p:sp>
        <p:nvSpPr>
          <p:cNvPr id="130" name="Текст 35">
            <a:extLst>
              <a:ext uri="{FF2B5EF4-FFF2-40B4-BE49-F238E27FC236}">
                <a16:creationId xmlns:a16="http://schemas.microsoft.com/office/drawing/2014/main" id="{2FAEFDC9-8968-4F3D-8F8F-5591D6F30FE0}"/>
              </a:ext>
            </a:extLst>
          </p:cNvPr>
          <p:cNvSpPr>
            <a:spLocks noGrp="1"/>
          </p:cNvSpPr>
          <p:nvPr>
            <p:ph type="body" sz="quarter" idx="26" hasCustomPrompt="1"/>
          </p:nvPr>
        </p:nvSpPr>
        <p:spPr>
          <a:xfrm>
            <a:off x="517027" y="3810175"/>
            <a:ext cx="3264113" cy="2375115"/>
          </a:xfrm>
          <a:prstGeom prst="roundRect">
            <a:avLst>
              <a:gd name="adj" fmla="val 10167"/>
            </a:avLst>
          </a:prstGeom>
          <a:gradFill>
            <a:gsLst>
              <a:gs pos="0">
                <a:schemeClr val="accent1">
                  <a:lumMod val="5000"/>
                  <a:lumOff val="95000"/>
                  <a:alpha val="20000"/>
                </a:schemeClr>
              </a:gs>
              <a:gs pos="49000">
                <a:schemeClr val="bg1">
                  <a:alpha val="0"/>
                </a:schemeClr>
              </a:gs>
            </a:gsLst>
            <a:lin ang="5400000" scaled="1"/>
          </a:gradFill>
        </p:spPr>
        <p:txBody>
          <a:bodyPr>
            <a:noAutofit/>
          </a:bodyPr>
          <a:lstStyle>
            <a:lvl1pPr marL="0" indent="0">
              <a:buNone/>
              <a:defRPr sz="1400" b="0">
                <a:solidFill>
                  <a:schemeClr val="bg1"/>
                </a:solidFill>
              </a:defRPr>
            </a:lvl1pPr>
          </a:lstStyle>
          <a:p>
            <a:pPr lvl="0"/>
            <a:r>
              <a:rPr lang="ru-RU" dirty="0"/>
              <a:t/>
            </a:r>
          </a:p>
        </p:txBody>
      </p:sp>
      <p:sp>
        <p:nvSpPr>
          <p:cNvPr id="152" name="Текст 35">
            <a:extLst>
              <a:ext uri="{FF2B5EF4-FFF2-40B4-BE49-F238E27FC236}">
                <a16:creationId xmlns:a16="http://schemas.microsoft.com/office/drawing/2014/main" id="{A7C77525-23F2-401E-A901-0374D8239BBC}"/>
              </a:ext>
            </a:extLst>
          </p:cNvPr>
          <p:cNvSpPr>
            <a:spLocks noGrp="1"/>
          </p:cNvSpPr>
          <p:nvPr>
            <p:ph type="body" sz="quarter" idx="31" hasCustomPrompt="1"/>
          </p:nvPr>
        </p:nvSpPr>
        <p:spPr>
          <a:xfrm>
            <a:off x="4464542" y="3810175"/>
            <a:ext cx="3264113" cy="2375115"/>
          </a:xfrm>
          <a:prstGeom prst="roundRect">
            <a:avLst>
              <a:gd name="adj" fmla="val 10167"/>
            </a:avLst>
          </a:prstGeom>
          <a:gradFill>
            <a:gsLst>
              <a:gs pos="0">
                <a:schemeClr val="accent1">
                  <a:lumMod val="5000"/>
                  <a:lumOff val="95000"/>
                  <a:alpha val="20000"/>
                </a:schemeClr>
              </a:gs>
              <a:gs pos="49000">
                <a:schemeClr val="bg1">
                  <a:alpha val="0"/>
                </a:schemeClr>
              </a:gs>
            </a:gsLst>
            <a:lin ang="5400000" scaled="1"/>
          </a:gradFill>
        </p:spPr>
        <p:txBody>
          <a:bodyPr>
            <a:noAutofit/>
          </a:bodyPr>
          <a:lstStyle>
            <a:lvl1pPr marL="0" indent="0">
              <a:buNone/>
              <a:defRPr sz="1400" b="0">
                <a:solidFill>
                  <a:schemeClr val="bg1"/>
                </a:solidFill>
              </a:defRPr>
            </a:lvl1pPr>
          </a:lstStyle>
          <a:p>
            <a:pPr lvl="0"/>
            <a:r>
              <a:rPr lang="ru-RU" dirty="0"/>
              <a:t/>
            </a:r>
          </a:p>
        </p:txBody>
      </p:sp>
      <p:sp>
        <p:nvSpPr>
          <p:cNvPr id="153" name="Текст 35">
            <a:extLst>
              <a:ext uri="{FF2B5EF4-FFF2-40B4-BE49-F238E27FC236}">
                <a16:creationId xmlns:a16="http://schemas.microsoft.com/office/drawing/2014/main" id="{D2F4E226-3842-4532-A60F-4E8C02DAD6DC}"/>
              </a:ext>
            </a:extLst>
          </p:cNvPr>
          <p:cNvSpPr>
            <a:spLocks noGrp="1"/>
          </p:cNvSpPr>
          <p:nvPr>
            <p:ph type="body" sz="quarter" idx="32" hasCustomPrompt="1"/>
          </p:nvPr>
        </p:nvSpPr>
        <p:spPr>
          <a:xfrm>
            <a:off x="8385481" y="3810175"/>
            <a:ext cx="3264113" cy="2375115"/>
          </a:xfrm>
          <a:prstGeom prst="roundRect">
            <a:avLst>
              <a:gd name="adj" fmla="val 10167"/>
            </a:avLst>
          </a:prstGeom>
          <a:gradFill>
            <a:gsLst>
              <a:gs pos="0">
                <a:schemeClr val="accent1">
                  <a:lumMod val="5000"/>
                  <a:lumOff val="95000"/>
                  <a:alpha val="20000"/>
                </a:schemeClr>
              </a:gs>
              <a:gs pos="49000">
                <a:schemeClr val="bg1">
                  <a:alpha val="0"/>
                </a:schemeClr>
              </a:gs>
            </a:gsLst>
            <a:lin ang="5400000" scaled="1"/>
          </a:gradFill>
        </p:spPr>
        <p:txBody>
          <a:bodyPr>
            <a:noAutofit/>
          </a:bodyPr>
          <a:lstStyle>
            <a:lvl1pPr marL="0" indent="0">
              <a:buNone/>
              <a:defRPr sz="1400" b="0">
                <a:solidFill>
                  <a:schemeClr val="bg1"/>
                </a:solidFill>
              </a:defRPr>
            </a:lvl1pPr>
          </a:lstStyle>
          <a:p>
            <a:pPr lvl="0"/>
            <a:r>
              <a:rPr lang="ru-RU" dirty="0"/>
              <a:t/>
            </a:r>
          </a:p>
        </p:txBody>
      </p:sp>
      <p:sp>
        <p:nvSpPr>
          <p:cNvPr id="189" name="Текст 35">
            <a:extLst>
              <a:ext uri="{FF2B5EF4-FFF2-40B4-BE49-F238E27FC236}">
                <a16:creationId xmlns:a16="http://schemas.microsoft.com/office/drawing/2014/main" id="{C44A233F-7BDF-4F40-844F-FC23B1912AA4}"/>
              </a:ext>
            </a:extLst>
          </p:cNvPr>
          <p:cNvSpPr>
            <a:spLocks noGrp="1"/>
          </p:cNvSpPr>
          <p:nvPr>
            <p:ph type="body" sz="quarter" idx="33" hasCustomPrompt="1"/>
          </p:nvPr>
        </p:nvSpPr>
        <p:spPr>
          <a:xfrm>
            <a:off x="517027" y="3252336"/>
            <a:ext cx="3264113" cy="391783"/>
          </a:xfrm>
          <a:prstGeom prst="roundRect">
            <a:avLst>
              <a:gd name="adj" fmla="val 10167"/>
            </a:avLst>
          </a:prstGeom>
          <a:noFill/>
        </p:spPr>
        <p:txBody>
          <a:bodyPr>
            <a:noAutofit/>
          </a:bodyPr>
          <a:lstStyle>
            <a:lvl1pPr marL="0" indent="0" algn="ctr">
              <a:buNone/>
              <a:defRPr sz="1600" b="1">
                <a:solidFill>
                  <a:schemeClr val="accent2"/>
                </a:solidFill>
              </a:defRPr>
            </a:lvl1pPr>
          </a:lstStyle>
          <a:p>
            <a:pPr lvl="0"/>
            <a:r>
              <a:rPr lang="ru-RU" dirty="0"/>
              <a:t/>
            </a:r>
          </a:p>
        </p:txBody>
      </p:sp>
      <p:sp>
        <p:nvSpPr>
          <p:cNvPr id="190" name="Текст 35">
            <a:extLst>
              <a:ext uri="{FF2B5EF4-FFF2-40B4-BE49-F238E27FC236}">
                <a16:creationId xmlns:a16="http://schemas.microsoft.com/office/drawing/2014/main" id="{1683ED6E-2444-48B8-A78B-F1EBA53E21C2}"/>
              </a:ext>
            </a:extLst>
          </p:cNvPr>
          <p:cNvSpPr>
            <a:spLocks noGrp="1"/>
          </p:cNvSpPr>
          <p:nvPr>
            <p:ph type="body" sz="quarter" idx="34" hasCustomPrompt="1"/>
          </p:nvPr>
        </p:nvSpPr>
        <p:spPr>
          <a:xfrm>
            <a:off x="4464542" y="3252336"/>
            <a:ext cx="3264113" cy="391783"/>
          </a:xfrm>
          <a:prstGeom prst="roundRect">
            <a:avLst>
              <a:gd name="adj" fmla="val 10167"/>
            </a:avLst>
          </a:prstGeom>
          <a:noFill/>
        </p:spPr>
        <p:txBody>
          <a:bodyPr>
            <a:noAutofit/>
          </a:bodyPr>
          <a:lstStyle>
            <a:lvl1pPr marL="0" indent="0" algn="ctr">
              <a:buNone/>
              <a:defRPr sz="1600" b="1">
                <a:solidFill>
                  <a:schemeClr val="accent2"/>
                </a:solidFill>
              </a:defRPr>
            </a:lvl1pPr>
          </a:lstStyle>
          <a:p>
            <a:pPr lvl="0"/>
            <a:r>
              <a:rPr lang="ru-RU" dirty="0"/>
              <a:t/>
            </a:r>
          </a:p>
        </p:txBody>
      </p:sp>
      <p:sp>
        <p:nvSpPr>
          <p:cNvPr id="191" name="Текст 35">
            <a:extLst>
              <a:ext uri="{FF2B5EF4-FFF2-40B4-BE49-F238E27FC236}">
                <a16:creationId xmlns:a16="http://schemas.microsoft.com/office/drawing/2014/main" id="{B788F042-DAFC-4B5A-B1AA-8ADEFAAA9801}"/>
              </a:ext>
            </a:extLst>
          </p:cNvPr>
          <p:cNvSpPr>
            <a:spLocks noGrp="1"/>
          </p:cNvSpPr>
          <p:nvPr>
            <p:ph type="body" sz="quarter" idx="35" hasCustomPrompt="1"/>
          </p:nvPr>
        </p:nvSpPr>
        <p:spPr>
          <a:xfrm>
            <a:off x="8385481" y="3252336"/>
            <a:ext cx="3264113" cy="391783"/>
          </a:xfrm>
          <a:prstGeom prst="roundRect">
            <a:avLst>
              <a:gd name="adj" fmla="val 10167"/>
            </a:avLst>
          </a:prstGeom>
          <a:noFill/>
        </p:spPr>
        <p:txBody>
          <a:bodyPr>
            <a:noAutofit/>
          </a:bodyPr>
          <a:lstStyle>
            <a:lvl1pPr marL="0" indent="0" algn="ctr">
              <a:buNone/>
              <a:defRPr sz="1600" b="1">
                <a:solidFill>
                  <a:schemeClr val="accent2"/>
                </a:solidFill>
              </a:defRPr>
            </a:lvl1pPr>
          </a:lstStyle>
          <a:p>
            <a:pPr lvl="0"/>
            <a:r>
              <a:rPr lang="ru-RU" dirty="0"/>
              <a:t/>
            </a:r>
          </a:p>
        </p:txBody>
      </p:sp>
    </p:spTree>
    <p:extLst>
      <p:ext uri="{BB962C8B-B14F-4D97-AF65-F5344CB8AC3E}">
        <p14:creationId xmlns:p14="http://schemas.microsoft.com/office/powerpoint/2010/main" val="8752738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Демо_1">
    <p:spTree>
      <p:nvGrpSpPr>
        <p:cNvPr id="1" name=""/>
        <p:cNvGrpSpPr/>
        <p:nvPr/>
      </p:nvGrpSpPr>
      <p:grpSpPr>
        <a:xfrm>
          <a:off x="0" y="0"/>
          <a:ext cx="0" cy="0"/>
          <a:chOff x="0" y="0"/>
          <a:chExt cx="0" cy="0"/>
        </a:xfrm>
      </p:grpSpPr>
      <p:sp>
        <p:nvSpPr>
          <p:cNvPr id="79" name="Picture Placeholder 1">
            <a:extLst>
              <a:ext uri="{FF2B5EF4-FFF2-40B4-BE49-F238E27FC236}">
                <a16:creationId xmlns:a16="http://schemas.microsoft.com/office/drawing/2014/main" id="{F4BB4485-D5EB-48AD-A465-1B1299C88CD1}"/>
              </a:ext>
            </a:extLst>
          </p:cNvPr>
          <p:cNvSpPr>
            <a:spLocks noGrp="1"/>
          </p:cNvSpPr>
          <p:nvPr>
            <p:ph type="pic" sz="quarter" idx="14"/>
          </p:nvPr>
        </p:nvSpPr>
        <p:spPr>
          <a:xfrm>
            <a:off x="4162940" y="1264478"/>
            <a:ext cx="3866121" cy="2436377"/>
          </a:xfrm>
        </p:spPr>
      </p:sp>
      <p:sp>
        <p:nvSpPr>
          <p:cNvPr id="5" name="Дата 3">
            <a:extLst>
              <a:ext uri="{FF2B5EF4-FFF2-40B4-BE49-F238E27FC236}">
                <a16:creationId xmlns:a16="http://schemas.microsoft.com/office/drawing/2014/main" id="{916B7A0B-21BC-45FE-AFF7-52F34B6D0F83}"/>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4D396B86-640F-4AD1-BBB2-E085B6CD8771}" type="datetime1">
              <a:rPr lang="ru-RU" smtClean="0"/>
              <a:t>14.09.2026</a:t>
            </a:fld>
            <a:endParaRPr lang="ru-RU"/>
          </a:p>
        </p:txBody>
      </p:sp>
      <p:sp>
        <p:nvSpPr>
          <p:cNvPr id="6" name="Нижний колонтитул 4">
            <a:extLst>
              <a:ext uri="{FF2B5EF4-FFF2-40B4-BE49-F238E27FC236}">
                <a16:creationId xmlns:a16="http://schemas.microsoft.com/office/drawing/2014/main" id="{6D393D3D-D368-4E15-8F2F-7A07229A98A8}"/>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7" name="Номер слайда 5">
            <a:extLst>
              <a:ext uri="{FF2B5EF4-FFF2-40B4-BE49-F238E27FC236}">
                <a16:creationId xmlns:a16="http://schemas.microsoft.com/office/drawing/2014/main" id="{0F5F999C-FF8F-49FD-8575-A50C0300C4F5}"/>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
        <p:nvSpPr>
          <p:cNvPr id="100" name="Заголовок 1">
            <a:extLst>
              <a:ext uri="{FF2B5EF4-FFF2-40B4-BE49-F238E27FC236}">
                <a16:creationId xmlns:a16="http://schemas.microsoft.com/office/drawing/2014/main" id="{6641864C-9659-45A2-A61F-BB1A3067B16A}"/>
              </a:ext>
            </a:extLst>
          </p:cNvPr>
          <p:cNvSpPr>
            <a:spLocks noGrp="1"/>
          </p:cNvSpPr>
          <p:nvPr>
            <p:ph type="title"/>
          </p:nvPr>
        </p:nvSpPr>
        <p:spPr>
          <a:xfrm>
            <a:off x="346075" y="421226"/>
            <a:ext cx="9862734" cy="376138"/>
          </a:xfrm>
          <a:prstGeom prst="rect">
            <a:avLst/>
          </a:prstGeom>
        </p:spPr>
        <p:txBody>
          <a:bodyPr vert="horz" lIns="91440" tIns="45720" rIns="91440" bIns="45720" rtlCol="0" anchor="b" anchorCtr="0">
            <a:noAutofit/>
          </a:bodyPr>
          <a:lstStyle/>
          <a:p>
            <a:r>
              <a:rPr lang="ru-RU" dirty="0"/>
              <a:t>ОБРАЗЕЦ ЗАГОЛОВКА</a:t>
            </a:r>
          </a:p>
        </p:txBody>
      </p:sp>
      <p:sp>
        <p:nvSpPr>
          <p:cNvPr id="8" name="Текст 7">
            <a:extLst>
              <a:ext uri="{FF2B5EF4-FFF2-40B4-BE49-F238E27FC236}">
                <a16:creationId xmlns:a16="http://schemas.microsoft.com/office/drawing/2014/main" id="{8340B20B-0618-415E-8908-3C85578C4D16}"/>
              </a:ext>
            </a:extLst>
          </p:cNvPr>
          <p:cNvSpPr>
            <a:spLocks noGrp="1"/>
          </p:cNvSpPr>
          <p:nvPr>
            <p:ph type="body" sz="quarter" idx="15"/>
          </p:nvPr>
        </p:nvSpPr>
        <p:spPr>
          <a:xfrm>
            <a:off x="346075" y="4656083"/>
            <a:ext cx="3626835" cy="154469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90" name="Текст 7">
            <a:extLst>
              <a:ext uri="{FF2B5EF4-FFF2-40B4-BE49-F238E27FC236}">
                <a16:creationId xmlns:a16="http://schemas.microsoft.com/office/drawing/2014/main" id="{47A76FC9-6FDA-4102-9D33-F9766B07D3E6}"/>
              </a:ext>
            </a:extLst>
          </p:cNvPr>
          <p:cNvSpPr>
            <a:spLocks noGrp="1"/>
          </p:cNvSpPr>
          <p:nvPr>
            <p:ph type="body" sz="quarter" idx="16"/>
          </p:nvPr>
        </p:nvSpPr>
        <p:spPr>
          <a:xfrm>
            <a:off x="4240502" y="4656083"/>
            <a:ext cx="3626835" cy="154469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91" name="Текст 7">
            <a:extLst>
              <a:ext uri="{FF2B5EF4-FFF2-40B4-BE49-F238E27FC236}">
                <a16:creationId xmlns:a16="http://schemas.microsoft.com/office/drawing/2014/main" id="{7C8F4076-BB2C-4FA3-9BAD-5EF87B638D5F}"/>
              </a:ext>
            </a:extLst>
          </p:cNvPr>
          <p:cNvSpPr>
            <a:spLocks noGrp="1"/>
          </p:cNvSpPr>
          <p:nvPr>
            <p:ph type="body" sz="quarter" idx="17"/>
          </p:nvPr>
        </p:nvSpPr>
        <p:spPr>
          <a:xfrm>
            <a:off x="8230203" y="4656083"/>
            <a:ext cx="3626835" cy="154469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extLst>
      <p:ext uri="{BB962C8B-B14F-4D97-AF65-F5344CB8AC3E}">
        <p14:creationId xmlns:p14="http://schemas.microsoft.com/office/powerpoint/2010/main" val="34699120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Демо_1">
    <p:spTree>
      <p:nvGrpSpPr>
        <p:cNvPr id="1" name=""/>
        <p:cNvGrpSpPr/>
        <p:nvPr/>
      </p:nvGrpSpPr>
      <p:grpSpPr>
        <a:xfrm>
          <a:off x="0" y="0"/>
          <a:ext cx="0" cy="0"/>
          <a:chOff x="0" y="0"/>
          <a:chExt cx="0" cy="0"/>
        </a:xfrm>
      </p:grpSpPr>
      <p:sp>
        <p:nvSpPr>
          <p:cNvPr id="5" name="Дата 3">
            <a:extLst>
              <a:ext uri="{FF2B5EF4-FFF2-40B4-BE49-F238E27FC236}">
                <a16:creationId xmlns:a16="http://schemas.microsoft.com/office/drawing/2014/main" id="{916B7A0B-21BC-45FE-AFF7-52F34B6D0F83}"/>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93AF0E63-1EB1-47F5-B09E-CA3E5DE528F3}" type="datetime1">
              <a:rPr lang="ru-RU" smtClean="0"/>
              <a:t>14.09.2026</a:t>
            </a:fld>
            <a:endParaRPr lang="ru-RU"/>
          </a:p>
        </p:txBody>
      </p:sp>
      <p:sp>
        <p:nvSpPr>
          <p:cNvPr id="6" name="Нижний колонтитул 4">
            <a:extLst>
              <a:ext uri="{FF2B5EF4-FFF2-40B4-BE49-F238E27FC236}">
                <a16:creationId xmlns:a16="http://schemas.microsoft.com/office/drawing/2014/main" id="{6D393D3D-D368-4E15-8F2F-7A07229A98A8}"/>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7" name="Номер слайда 5">
            <a:extLst>
              <a:ext uri="{FF2B5EF4-FFF2-40B4-BE49-F238E27FC236}">
                <a16:creationId xmlns:a16="http://schemas.microsoft.com/office/drawing/2014/main" id="{0F5F999C-FF8F-49FD-8575-A50C0300C4F5}"/>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
        <p:nvSpPr>
          <p:cNvPr id="100" name="Заголовок 1">
            <a:extLst>
              <a:ext uri="{FF2B5EF4-FFF2-40B4-BE49-F238E27FC236}">
                <a16:creationId xmlns:a16="http://schemas.microsoft.com/office/drawing/2014/main" id="{6641864C-9659-45A2-A61F-BB1A3067B16A}"/>
              </a:ext>
            </a:extLst>
          </p:cNvPr>
          <p:cNvSpPr>
            <a:spLocks noGrp="1"/>
          </p:cNvSpPr>
          <p:nvPr>
            <p:ph type="title"/>
          </p:nvPr>
        </p:nvSpPr>
        <p:spPr>
          <a:xfrm>
            <a:off x="353289" y="421226"/>
            <a:ext cx="9862734" cy="376138"/>
          </a:xfrm>
          <a:prstGeom prst="rect">
            <a:avLst/>
          </a:prstGeom>
        </p:spPr>
        <p:txBody>
          <a:bodyPr vert="horz" lIns="91440" tIns="45720" rIns="91440" bIns="45720" rtlCol="0" anchor="b" anchorCtr="0">
            <a:noAutofit/>
          </a:bodyPr>
          <a:lstStyle/>
          <a:p>
            <a:r>
              <a:rPr lang="ru-RU" dirty="0"/>
              <a:t>ОБРАЗЕЦ ЗАГОЛОВКА</a:t>
            </a:r>
          </a:p>
        </p:txBody>
      </p:sp>
      <p:sp>
        <p:nvSpPr>
          <p:cNvPr id="8" name="Текст 7">
            <a:extLst>
              <a:ext uri="{FF2B5EF4-FFF2-40B4-BE49-F238E27FC236}">
                <a16:creationId xmlns:a16="http://schemas.microsoft.com/office/drawing/2014/main" id="{8340B20B-0618-415E-8908-3C85578C4D16}"/>
              </a:ext>
            </a:extLst>
          </p:cNvPr>
          <p:cNvSpPr>
            <a:spLocks noGrp="1"/>
          </p:cNvSpPr>
          <p:nvPr>
            <p:ph type="body" sz="quarter" idx="15"/>
          </p:nvPr>
        </p:nvSpPr>
        <p:spPr>
          <a:xfrm>
            <a:off x="1210643" y="4324451"/>
            <a:ext cx="4121687" cy="1612262"/>
          </a:xfrm>
        </p:spPr>
        <p:txBody>
          <a:bodyPr/>
          <a:lstStyle/>
          <a:p>
            <a:pPr lvl="0"/>
            <a:r>
              <a:rPr lang="ru-RU"/>
              <a:t/>
            </a:r>
          </a:p>
          <a:p>
            <a:pPr lvl="1"/>
            <a:r>
              <a:rPr lang="ru-RU"/>
              <a:t/>
            </a:r>
          </a:p>
          <a:p>
            <a:pPr lvl="2"/>
            <a:r>
              <a:rPr lang="ru-RU"/>
              <a:t/>
            </a:r>
          </a:p>
          <a:p>
            <a:pPr lvl="3"/>
            <a:r>
              <a:rPr lang="ru-RU"/>
              <a:t/>
            </a:r>
          </a:p>
          <a:p>
            <a:pPr lvl="4"/>
            <a:r>
              <a:rPr lang="ru-RU"/>
              <a:t/>
            </a:r>
          </a:p>
        </p:txBody>
      </p:sp>
      <p:sp>
        <p:nvSpPr>
          <p:cNvPr id="90" name="Текст 7">
            <a:extLst>
              <a:ext uri="{FF2B5EF4-FFF2-40B4-BE49-F238E27FC236}">
                <a16:creationId xmlns:a16="http://schemas.microsoft.com/office/drawing/2014/main" id="{47A76FC9-6FDA-4102-9D33-F9766B07D3E6}"/>
              </a:ext>
            </a:extLst>
          </p:cNvPr>
          <p:cNvSpPr>
            <a:spLocks noGrp="1"/>
          </p:cNvSpPr>
          <p:nvPr>
            <p:ph type="body" sz="quarter" idx="16"/>
          </p:nvPr>
        </p:nvSpPr>
        <p:spPr>
          <a:xfrm>
            <a:off x="6857950" y="4324451"/>
            <a:ext cx="4121687" cy="1612262"/>
          </a:xfrm>
        </p:spPr>
        <p:txBody>
          <a:bodyPr/>
          <a:lstStyle/>
          <a:p>
            <a:pPr lvl="0"/>
            <a:r>
              <a:rPr lang="ru-RU"/>
              <a:t/>
            </a:r>
          </a:p>
          <a:p>
            <a:pPr lvl="1"/>
            <a:r>
              <a:rPr lang="ru-RU"/>
              <a:t/>
            </a:r>
          </a:p>
          <a:p>
            <a:pPr lvl="2"/>
            <a:r>
              <a:rPr lang="ru-RU"/>
              <a:t/>
            </a:r>
          </a:p>
          <a:p>
            <a:pPr lvl="3"/>
            <a:r>
              <a:rPr lang="ru-RU"/>
              <a:t/>
            </a:r>
          </a:p>
          <a:p>
            <a:pPr lvl="4"/>
            <a:r>
              <a:rPr lang="ru-RU"/>
              <a:t/>
            </a:r>
          </a:p>
        </p:txBody>
      </p:sp>
      <p:sp>
        <p:nvSpPr>
          <p:cNvPr id="79" name="Picture Placeholder 1">
            <a:extLst>
              <a:ext uri="{FF2B5EF4-FFF2-40B4-BE49-F238E27FC236}">
                <a16:creationId xmlns:a16="http://schemas.microsoft.com/office/drawing/2014/main" id="{F4BB4485-D5EB-48AD-A465-1B1299C88CD1}"/>
              </a:ext>
            </a:extLst>
          </p:cNvPr>
          <p:cNvSpPr>
            <a:spLocks noGrp="1"/>
          </p:cNvSpPr>
          <p:nvPr>
            <p:ph type="pic" sz="quarter" idx="14"/>
          </p:nvPr>
        </p:nvSpPr>
        <p:spPr>
          <a:xfrm>
            <a:off x="1210642" y="1577998"/>
            <a:ext cx="4121688" cy="2283975"/>
          </a:xfrm>
        </p:spPr>
        <p:txBody>
          <a:bodyPr/>
          <a:p/>
        </p:txBody>
      </p:sp>
      <p:sp>
        <p:nvSpPr>
          <p:cNvPr id="123" name="Picture Placeholder 1">
            <a:extLst>
              <a:ext uri="{FF2B5EF4-FFF2-40B4-BE49-F238E27FC236}">
                <a16:creationId xmlns:a16="http://schemas.microsoft.com/office/drawing/2014/main" id="{C7FB8BAF-17B6-40DC-9912-73B3494AC45E}"/>
              </a:ext>
            </a:extLst>
          </p:cNvPr>
          <p:cNvSpPr>
            <a:spLocks noGrp="1"/>
          </p:cNvSpPr>
          <p:nvPr>
            <p:ph type="pic" sz="quarter" idx="18"/>
          </p:nvPr>
        </p:nvSpPr>
        <p:spPr>
          <a:xfrm>
            <a:off x="6855540" y="1577998"/>
            <a:ext cx="4121688" cy="2283975"/>
          </a:xfrm>
        </p:spPr>
        <p:txBody>
          <a:bodyPr/>
          <a:p/>
        </p:txBody>
      </p:sp>
    </p:spTree>
    <p:extLst>
      <p:ext uri="{BB962C8B-B14F-4D97-AF65-F5344CB8AC3E}">
        <p14:creationId xmlns:p14="http://schemas.microsoft.com/office/powerpoint/2010/main" val="22823953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Демо_1">
    <p:spTree>
      <p:nvGrpSpPr>
        <p:cNvPr id="1" name=""/>
        <p:cNvGrpSpPr/>
        <p:nvPr/>
      </p:nvGrpSpPr>
      <p:grpSpPr>
        <a:xfrm>
          <a:off x="0" y="0"/>
          <a:ext cx="0" cy="0"/>
          <a:chOff x="0" y="0"/>
          <a:chExt cx="0" cy="0"/>
        </a:xfrm>
      </p:grpSpPr>
      <p:sp>
        <p:nvSpPr>
          <p:cNvPr id="125" name="Picture Placeholder 1">
            <a:extLst>
              <a:ext uri="{FF2B5EF4-FFF2-40B4-BE49-F238E27FC236}">
                <a16:creationId xmlns:a16="http://schemas.microsoft.com/office/drawing/2014/main" id="{2E6A2544-8689-48EB-9658-2D1DE4E48784}"/>
              </a:ext>
            </a:extLst>
          </p:cNvPr>
          <p:cNvSpPr>
            <a:spLocks noGrp="1"/>
          </p:cNvSpPr>
          <p:nvPr>
            <p:ph type="pic" sz="quarter" idx="14"/>
          </p:nvPr>
        </p:nvSpPr>
        <p:spPr>
          <a:xfrm>
            <a:off x="5009872" y="1235915"/>
            <a:ext cx="2172255" cy="4602697"/>
          </a:xfrm>
          <a:prstGeom prst="roundRect">
            <a:avLst>
              <a:gd name="adj" fmla="val 12528"/>
            </a:avLst>
          </a:prstGeom>
          <a:noFill/>
        </p:spPr>
      </p:sp>
      <p:sp>
        <p:nvSpPr>
          <p:cNvPr id="130" name="Текст 35">
            <a:extLst>
              <a:ext uri="{FF2B5EF4-FFF2-40B4-BE49-F238E27FC236}">
                <a16:creationId xmlns:a16="http://schemas.microsoft.com/office/drawing/2014/main" id="{34F2EADD-49A3-44E7-AC8B-D07BF1B4F1A8}"/>
              </a:ext>
            </a:extLst>
          </p:cNvPr>
          <p:cNvSpPr>
            <a:spLocks noGrp="1"/>
          </p:cNvSpPr>
          <p:nvPr>
            <p:ph type="body" sz="quarter" idx="21"/>
          </p:nvPr>
        </p:nvSpPr>
        <p:spPr>
          <a:xfrm>
            <a:off x="356349" y="1641283"/>
            <a:ext cx="3812931" cy="1021701"/>
          </a:xfrm>
          <a:prstGeom prst="roundRect">
            <a:avLst/>
          </a:prstGeom>
          <a:gradFill>
            <a:gsLst>
              <a:gs pos="0">
                <a:schemeClr val="accent1">
                  <a:lumMod val="5000"/>
                  <a:lumOff val="95000"/>
                  <a:alpha val="20000"/>
                </a:schemeClr>
              </a:gs>
              <a:gs pos="65000">
                <a:schemeClr val="bg1">
                  <a:alpha val="0"/>
                </a:schemeClr>
              </a:gs>
            </a:gsLst>
            <a:lin ang="5400000" scaled="1"/>
          </a:gradFill>
        </p:spPr>
        <p:txBody>
          <a:bodyPr>
            <a:noAutofit/>
          </a:bodyPr>
          <a:lstStyle>
            <a:lvl1pPr>
              <a:defRPr sz="1800" b="1">
                <a:solidFill>
                  <a:schemeClr val="accent1"/>
                </a:solidFill>
              </a:defRPr>
            </a:lvl1pPr>
          </a:lstStyle>
          <a:p>
            <a:pPr lvl="0"/>
            <a:r>
              <a:rPr lang="ru-RU" dirty="0"/>
              <a:t>Образец текста</a:t>
            </a:r>
          </a:p>
        </p:txBody>
      </p:sp>
      <p:sp>
        <p:nvSpPr>
          <p:cNvPr id="146" name="Текст 35">
            <a:extLst>
              <a:ext uri="{FF2B5EF4-FFF2-40B4-BE49-F238E27FC236}">
                <a16:creationId xmlns:a16="http://schemas.microsoft.com/office/drawing/2014/main" id="{15551546-3EE0-4A54-9DEE-1E9FEBF43B2F}"/>
              </a:ext>
            </a:extLst>
          </p:cNvPr>
          <p:cNvSpPr>
            <a:spLocks noGrp="1"/>
          </p:cNvSpPr>
          <p:nvPr>
            <p:ph type="body" sz="quarter" idx="18"/>
          </p:nvPr>
        </p:nvSpPr>
        <p:spPr>
          <a:xfrm>
            <a:off x="356349" y="2020820"/>
            <a:ext cx="3812931" cy="1290596"/>
          </a:xfrm>
          <a:prstGeom prst="rect">
            <a:avLst/>
          </a:prstGeom>
        </p:spPr>
        <p:txBody>
          <a:bodyPr>
            <a:normAutofit/>
          </a:bodyPr>
          <a:lstStyle>
            <a:lvl1pPr>
              <a:defRPr sz="1400"/>
            </a:lvl1pPr>
          </a:lstStyle>
          <a:p>
            <a:pPr lvl="0"/>
            <a:r>
              <a:rPr lang="ru-RU" dirty="0"/>
              <a:t>Образец текста</a:t>
            </a:r>
          </a:p>
        </p:txBody>
      </p:sp>
      <p:sp>
        <p:nvSpPr>
          <p:cNvPr id="147" name="Текст 35">
            <a:extLst>
              <a:ext uri="{FF2B5EF4-FFF2-40B4-BE49-F238E27FC236}">
                <a16:creationId xmlns:a16="http://schemas.microsoft.com/office/drawing/2014/main" id="{9D9ADB6F-AC53-4034-92EE-80435562B80A}"/>
              </a:ext>
            </a:extLst>
          </p:cNvPr>
          <p:cNvSpPr>
            <a:spLocks noGrp="1"/>
          </p:cNvSpPr>
          <p:nvPr>
            <p:ph type="body" sz="quarter" idx="22"/>
          </p:nvPr>
        </p:nvSpPr>
        <p:spPr>
          <a:xfrm>
            <a:off x="8040021" y="1641283"/>
            <a:ext cx="3812931" cy="1021701"/>
          </a:xfrm>
          <a:prstGeom prst="roundRect">
            <a:avLst/>
          </a:prstGeom>
          <a:gradFill>
            <a:gsLst>
              <a:gs pos="0">
                <a:schemeClr val="accent1">
                  <a:lumMod val="5000"/>
                  <a:lumOff val="95000"/>
                  <a:alpha val="20000"/>
                </a:schemeClr>
              </a:gs>
              <a:gs pos="65000">
                <a:schemeClr val="bg1">
                  <a:alpha val="0"/>
                </a:schemeClr>
              </a:gs>
            </a:gsLst>
            <a:lin ang="5400000" scaled="1"/>
          </a:gradFill>
        </p:spPr>
        <p:txBody>
          <a:bodyPr>
            <a:noAutofit/>
          </a:bodyPr>
          <a:lstStyle>
            <a:lvl1pPr>
              <a:defRPr sz="1800" b="1">
                <a:solidFill>
                  <a:schemeClr val="accent5">
                    <a:lumMod val="20000"/>
                    <a:lumOff val="80000"/>
                  </a:schemeClr>
                </a:solidFill>
              </a:defRPr>
            </a:lvl1pPr>
          </a:lstStyle>
          <a:p>
            <a:pPr lvl="0"/>
            <a:r>
              <a:rPr lang="ru-RU" dirty="0"/>
              <a:t>Образец текста</a:t>
            </a:r>
          </a:p>
        </p:txBody>
      </p:sp>
      <p:sp>
        <p:nvSpPr>
          <p:cNvPr id="148" name="Текст 35">
            <a:extLst>
              <a:ext uri="{FF2B5EF4-FFF2-40B4-BE49-F238E27FC236}">
                <a16:creationId xmlns:a16="http://schemas.microsoft.com/office/drawing/2014/main" id="{EAB22390-1508-4419-B1B3-375A734DF0EE}"/>
              </a:ext>
            </a:extLst>
          </p:cNvPr>
          <p:cNvSpPr>
            <a:spLocks noGrp="1"/>
          </p:cNvSpPr>
          <p:nvPr>
            <p:ph type="body" sz="quarter" idx="23"/>
          </p:nvPr>
        </p:nvSpPr>
        <p:spPr>
          <a:xfrm>
            <a:off x="8040021" y="2020820"/>
            <a:ext cx="3812931" cy="1290596"/>
          </a:xfrm>
          <a:prstGeom prst="rect">
            <a:avLst/>
          </a:prstGeom>
        </p:spPr>
        <p:txBody>
          <a:bodyPr>
            <a:normAutofit/>
          </a:bodyPr>
          <a:lstStyle>
            <a:lvl1pPr>
              <a:defRPr sz="1400"/>
            </a:lvl1pPr>
          </a:lstStyle>
          <a:p>
            <a:pPr lvl="0"/>
            <a:r>
              <a:rPr lang="ru-RU" dirty="0"/>
              <a:t>Образец текста</a:t>
            </a:r>
          </a:p>
        </p:txBody>
      </p:sp>
      <p:sp>
        <p:nvSpPr>
          <p:cNvPr id="149" name="Текст 35">
            <a:extLst>
              <a:ext uri="{FF2B5EF4-FFF2-40B4-BE49-F238E27FC236}">
                <a16:creationId xmlns:a16="http://schemas.microsoft.com/office/drawing/2014/main" id="{FF699DD2-8E32-4C98-8444-90139EB2FDC6}"/>
              </a:ext>
            </a:extLst>
          </p:cNvPr>
          <p:cNvSpPr>
            <a:spLocks noGrp="1"/>
          </p:cNvSpPr>
          <p:nvPr>
            <p:ph type="body" sz="quarter" idx="24"/>
          </p:nvPr>
        </p:nvSpPr>
        <p:spPr>
          <a:xfrm>
            <a:off x="356349" y="3864598"/>
            <a:ext cx="3812931" cy="1021701"/>
          </a:xfrm>
          <a:prstGeom prst="roundRect">
            <a:avLst/>
          </a:prstGeom>
          <a:gradFill>
            <a:gsLst>
              <a:gs pos="0">
                <a:schemeClr val="accent1">
                  <a:lumMod val="5000"/>
                  <a:lumOff val="95000"/>
                  <a:alpha val="20000"/>
                </a:schemeClr>
              </a:gs>
              <a:gs pos="65000">
                <a:schemeClr val="bg1">
                  <a:alpha val="0"/>
                </a:schemeClr>
              </a:gs>
            </a:gsLst>
            <a:lin ang="5400000" scaled="1"/>
          </a:gradFill>
        </p:spPr>
        <p:txBody>
          <a:bodyPr>
            <a:noAutofit/>
          </a:bodyPr>
          <a:lstStyle>
            <a:lvl1pPr>
              <a:defRPr sz="1800" b="1">
                <a:solidFill>
                  <a:schemeClr val="accent4"/>
                </a:solidFill>
              </a:defRPr>
            </a:lvl1pPr>
          </a:lstStyle>
          <a:p>
            <a:pPr lvl="0"/>
            <a:r>
              <a:rPr lang="ru-RU" dirty="0"/>
              <a:t>Образец текста</a:t>
            </a:r>
          </a:p>
        </p:txBody>
      </p:sp>
      <p:sp>
        <p:nvSpPr>
          <p:cNvPr id="150" name="Текст 35">
            <a:extLst>
              <a:ext uri="{FF2B5EF4-FFF2-40B4-BE49-F238E27FC236}">
                <a16:creationId xmlns:a16="http://schemas.microsoft.com/office/drawing/2014/main" id="{6496F1D2-4B4B-412C-B228-1C27099F20D3}"/>
              </a:ext>
            </a:extLst>
          </p:cNvPr>
          <p:cNvSpPr>
            <a:spLocks noGrp="1"/>
          </p:cNvSpPr>
          <p:nvPr>
            <p:ph type="body" sz="quarter" idx="25"/>
          </p:nvPr>
        </p:nvSpPr>
        <p:spPr>
          <a:xfrm>
            <a:off x="356349" y="4244135"/>
            <a:ext cx="3812931" cy="1290596"/>
          </a:xfrm>
          <a:prstGeom prst="rect">
            <a:avLst/>
          </a:prstGeom>
        </p:spPr>
        <p:txBody>
          <a:bodyPr>
            <a:normAutofit/>
          </a:bodyPr>
          <a:lstStyle>
            <a:lvl1pPr>
              <a:defRPr sz="1400"/>
            </a:lvl1pPr>
          </a:lstStyle>
          <a:p>
            <a:pPr lvl="0"/>
            <a:r>
              <a:rPr lang="ru-RU" dirty="0"/>
              <a:t>Образец текста</a:t>
            </a:r>
          </a:p>
        </p:txBody>
      </p:sp>
      <p:sp>
        <p:nvSpPr>
          <p:cNvPr id="151" name="Текст 35">
            <a:extLst>
              <a:ext uri="{FF2B5EF4-FFF2-40B4-BE49-F238E27FC236}">
                <a16:creationId xmlns:a16="http://schemas.microsoft.com/office/drawing/2014/main" id="{55E268D8-B309-4AA0-8E1B-30DF4A867252}"/>
              </a:ext>
            </a:extLst>
          </p:cNvPr>
          <p:cNvSpPr>
            <a:spLocks noGrp="1"/>
          </p:cNvSpPr>
          <p:nvPr>
            <p:ph type="body" sz="quarter" idx="26"/>
          </p:nvPr>
        </p:nvSpPr>
        <p:spPr>
          <a:xfrm>
            <a:off x="8040021" y="3864598"/>
            <a:ext cx="3812931" cy="1021701"/>
          </a:xfrm>
          <a:prstGeom prst="roundRect">
            <a:avLst/>
          </a:prstGeom>
          <a:gradFill>
            <a:gsLst>
              <a:gs pos="0">
                <a:schemeClr val="accent1">
                  <a:lumMod val="5000"/>
                  <a:lumOff val="95000"/>
                  <a:alpha val="20000"/>
                </a:schemeClr>
              </a:gs>
              <a:gs pos="65000">
                <a:schemeClr val="bg1">
                  <a:alpha val="0"/>
                </a:schemeClr>
              </a:gs>
            </a:gsLst>
            <a:lin ang="5400000" scaled="1"/>
          </a:gradFill>
        </p:spPr>
        <p:txBody>
          <a:bodyPr>
            <a:noAutofit/>
          </a:bodyPr>
          <a:lstStyle>
            <a:lvl1pPr>
              <a:defRPr sz="1800" b="1">
                <a:solidFill>
                  <a:schemeClr val="accent2"/>
                </a:solidFill>
              </a:defRPr>
            </a:lvl1pPr>
          </a:lstStyle>
          <a:p>
            <a:pPr lvl="0"/>
            <a:r>
              <a:rPr lang="ru-RU" dirty="0"/>
              <a:t>Образец текста</a:t>
            </a:r>
          </a:p>
        </p:txBody>
      </p:sp>
      <p:sp>
        <p:nvSpPr>
          <p:cNvPr id="152" name="Текст 35">
            <a:extLst>
              <a:ext uri="{FF2B5EF4-FFF2-40B4-BE49-F238E27FC236}">
                <a16:creationId xmlns:a16="http://schemas.microsoft.com/office/drawing/2014/main" id="{E6797EA4-A26A-41BA-A1AB-8E1F9B9574DE}"/>
              </a:ext>
            </a:extLst>
          </p:cNvPr>
          <p:cNvSpPr>
            <a:spLocks noGrp="1"/>
          </p:cNvSpPr>
          <p:nvPr>
            <p:ph type="body" sz="quarter" idx="27"/>
          </p:nvPr>
        </p:nvSpPr>
        <p:spPr>
          <a:xfrm>
            <a:off x="8040021" y="4244135"/>
            <a:ext cx="3812931" cy="1290596"/>
          </a:xfrm>
          <a:prstGeom prst="rect">
            <a:avLst/>
          </a:prstGeom>
        </p:spPr>
        <p:txBody>
          <a:bodyPr>
            <a:normAutofit/>
          </a:bodyPr>
          <a:lstStyle>
            <a:lvl1pPr>
              <a:defRPr sz="1400"/>
            </a:lvl1pPr>
          </a:lstStyle>
          <a:p>
            <a:pPr lvl="0"/>
            <a:r>
              <a:rPr lang="ru-RU" dirty="0"/>
              <a:t>Образец текста</a:t>
            </a:r>
          </a:p>
        </p:txBody>
      </p:sp>
      <p:cxnSp>
        <p:nvCxnSpPr>
          <p:cNvPr id="168" name="Google Shape;2799;p94">
            <a:extLst>
              <a:ext uri="{FF2B5EF4-FFF2-40B4-BE49-F238E27FC236}">
                <a16:creationId xmlns:a16="http://schemas.microsoft.com/office/drawing/2014/main" id="{FA0271FA-A51F-4387-9143-29364B78BFC3}"/>
              </a:ext>
            </a:extLst>
          </p:cNvPr>
          <p:cNvCxnSpPr>
            <a:cxnSpLocks/>
          </p:cNvCxnSpPr>
          <p:nvPr userDrawn="1"/>
        </p:nvCxnSpPr>
        <p:spPr>
          <a:xfrm>
            <a:off x="4244694" y="1870413"/>
            <a:ext cx="686698" cy="0"/>
          </a:xfrm>
          <a:prstGeom prst="straightConnector1">
            <a:avLst/>
          </a:prstGeom>
          <a:noFill/>
          <a:ln w="25400" cap="flat" cmpd="sng">
            <a:solidFill>
              <a:schemeClr val="accent1"/>
            </a:solidFill>
            <a:prstDash val="solid"/>
            <a:round/>
            <a:headEnd type="none" w="med" len="med"/>
            <a:tailEnd type="none" w="med" len="med"/>
          </a:ln>
        </p:spPr>
      </p:cxnSp>
      <p:cxnSp>
        <p:nvCxnSpPr>
          <p:cNvPr id="169" name="Google Shape;2799;p94">
            <a:extLst>
              <a:ext uri="{FF2B5EF4-FFF2-40B4-BE49-F238E27FC236}">
                <a16:creationId xmlns:a16="http://schemas.microsoft.com/office/drawing/2014/main" id="{83B50154-F03F-4297-B4A8-C77D1687B8DA}"/>
              </a:ext>
            </a:extLst>
          </p:cNvPr>
          <p:cNvCxnSpPr>
            <a:cxnSpLocks/>
          </p:cNvCxnSpPr>
          <p:nvPr userDrawn="1"/>
        </p:nvCxnSpPr>
        <p:spPr>
          <a:xfrm>
            <a:off x="4244694" y="4094630"/>
            <a:ext cx="686698" cy="0"/>
          </a:xfrm>
          <a:prstGeom prst="straightConnector1">
            <a:avLst/>
          </a:prstGeom>
          <a:noFill/>
          <a:ln w="25400" cap="flat" cmpd="sng">
            <a:solidFill>
              <a:schemeClr val="accent5"/>
            </a:solidFill>
            <a:prstDash val="solid"/>
            <a:round/>
            <a:headEnd type="none" w="med" len="med"/>
            <a:tailEnd type="none" w="med" len="med"/>
          </a:ln>
        </p:spPr>
      </p:cxnSp>
      <p:cxnSp>
        <p:nvCxnSpPr>
          <p:cNvPr id="170" name="Google Shape;2799;p94">
            <a:extLst>
              <a:ext uri="{FF2B5EF4-FFF2-40B4-BE49-F238E27FC236}">
                <a16:creationId xmlns:a16="http://schemas.microsoft.com/office/drawing/2014/main" id="{89D0D73E-B609-4208-BFA6-94ED3BC232A9}"/>
              </a:ext>
            </a:extLst>
          </p:cNvPr>
          <p:cNvCxnSpPr>
            <a:cxnSpLocks/>
          </p:cNvCxnSpPr>
          <p:nvPr userDrawn="1"/>
        </p:nvCxnSpPr>
        <p:spPr>
          <a:xfrm>
            <a:off x="7250583" y="1870413"/>
            <a:ext cx="686698" cy="0"/>
          </a:xfrm>
          <a:prstGeom prst="straightConnector1">
            <a:avLst/>
          </a:prstGeom>
          <a:noFill/>
          <a:ln w="25400" cap="flat" cmpd="sng">
            <a:solidFill>
              <a:schemeClr val="accent5">
                <a:lumMod val="20000"/>
                <a:lumOff val="80000"/>
              </a:schemeClr>
            </a:solidFill>
            <a:prstDash val="solid"/>
            <a:round/>
            <a:headEnd type="none" w="med" len="med"/>
            <a:tailEnd type="none" w="med" len="med"/>
          </a:ln>
        </p:spPr>
      </p:cxnSp>
      <p:cxnSp>
        <p:nvCxnSpPr>
          <p:cNvPr id="171" name="Google Shape;2799;p94">
            <a:extLst>
              <a:ext uri="{FF2B5EF4-FFF2-40B4-BE49-F238E27FC236}">
                <a16:creationId xmlns:a16="http://schemas.microsoft.com/office/drawing/2014/main" id="{1DD03E5E-FCF0-4EC5-BA97-518950F7A41C}"/>
              </a:ext>
            </a:extLst>
          </p:cNvPr>
          <p:cNvCxnSpPr>
            <a:cxnSpLocks/>
          </p:cNvCxnSpPr>
          <p:nvPr userDrawn="1"/>
        </p:nvCxnSpPr>
        <p:spPr>
          <a:xfrm>
            <a:off x="7250583" y="4094630"/>
            <a:ext cx="686698" cy="0"/>
          </a:xfrm>
          <a:prstGeom prst="straightConnector1">
            <a:avLst/>
          </a:prstGeom>
          <a:noFill/>
          <a:ln w="25400" cap="flat" cmpd="sng">
            <a:solidFill>
              <a:schemeClr val="accent3"/>
            </a:solidFill>
            <a:prstDash val="solid"/>
            <a:round/>
            <a:headEnd type="none" w="med" len="med"/>
            <a:tailEnd type="none" w="med" len="med"/>
          </a:ln>
        </p:spPr>
      </p:cxnSp>
      <p:sp>
        <p:nvSpPr>
          <p:cNvPr id="4" name="Заголовок 3">
            <a:extLst>
              <a:ext uri="{FF2B5EF4-FFF2-40B4-BE49-F238E27FC236}">
                <a16:creationId xmlns:a16="http://schemas.microsoft.com/office/drawing/2014/main" id="{A19765B8-4F24-5E1F-432E-F592BFAF73CE}"/>
              </a:ext>
            </a:extLst>
          </p:cNvPr>
          <p:cNvSpPr>
            <a:spLocks noGrp="1"/>
          </p:cNvSpPr>
          <p:nvPr>
            <p:ph type="title"/>
          </p:nvPr>
        </p:nvSpPr>
        <p:spPr/>
        <p:txBody>
          <a:bodyPr/>
          <a:lstStyle/>
          <a:p>
            <a:r>
              <a:rPr lang="ru-RU"/>
              <a:t>Образец заголовка</a:t>
            </a:r>
          </a:p>
        </p:txBody>
      </p:sp>
      <p:sp>
        <p:nvSpPr>
          <p:cNvPr id="9" name="Дата 8">
            <a:extLst>
              <a:ext uri="{FF2B5EF4-FFF2-40B4-BE49-F238E27FC236}">
                <a16:creationId xmlns:a16="http://schemas.microsoft.com/office/drawing/2014/main" id="{E19B813A-8796-C89A-4669-BFA5CA98F24A}"/>
              </a:ext>
            </a:extLst>
          </p:cNvPr>
          <p:cNvSpPr>
            <a:spLocks noGrp="1"/>
          </p:cNvSpPr>
          <p:nvPr>
            <p:ph type="dt" sz="half" idx="28"/>
          </p:nvPr>
        </p:nvSpPr>
        <p:spPr/>
        <p:txBody>
          <a:bodyPr/>
          <a:lstStyle/>
          <a:p>
            <a:fld id="{9D490EE5-ED7D-46E8-8345-A78A0CB0F4A4}" type="datetime1">
              <a:rPr lang="ru-RU" smtClean="0"/>
              <a:t>14.09.2026</a:t>
            </a:fld>
            <a:endParaRPr lang="ru-RU"/>
          </a:p>
        </p:txBody>
      </p:sp>
      <p:sp>
        <p:nvSpPr>
          <p:cNvPr id="10" name="Нижний колонтитул 9">
            <a:extLst>
              <a:ext uri="{FF2B5EF4-FFF2-40B4-BE49-F238E27FC236}">
                <a16:creationId xmlns:a16="http://schemas.microsoft.com/office/drawing/2014/main" id="{2648A9B9-3888-6E59-EA1C-76276C4EE93D}"/>
              </a:ext>
            </a:extLst>
          </p:cNvPr>
          <p:cNvSpPr>
            <a:spLocks noGrp="1"/>
          </p:cNvSpPr>
          <p:nvPr>
            <p:ph type="ftr" sz="quarter" idx="29"/>
          </p:nvPr>
        </p:nvSpPr>
        <p:spPr/>
        <p:txBody>
          <a:bodyPr/>
          <a:lstStyle/>
          <a:p>
            <a:endParaRPr lang="ru-RU"/>
          </a:p>
        </p:txBody>
      </p:sp>
      <p:sp>
        <p:nvSpPr>
          <p:cNvPr id="11" name="Номер слайда 10">
            <a:extLst>
              <a:ext uri="{FF2B5EF4-FFF2-40B4-BE49-F238E27FC236}">
                <a16:creationId xmlns:a16="http://schemas.microsoft.com/office/drawing/2014/main" id="{0E2B1EF5-F5AA-C72A-5C4D-8EE372388A4E}"/>
              </a:ext>
            </a:extLst>
          </p:cNvPr>
          <p:cNvSpPr>
            <a:spLocks noGrp="1"/>
          </p:cNvSpPr>
          <p:nvPr>
            <p:ph type="sldNum" sz="quarter" idx="30"/>
          </p:nvPr>
        </p:nvSpPr>
        <p:spPr/>
        <p:txBody>
          <a:bodyPr/>
          <a:lstStyle/>
          <a:p>
            <a:fld id="{52DCC5B9-D646-4B76-891F-6FF4E74E9CB4}" type="slidenum">
              <a:rPr lang="ru-RU" smtClean="0"/>
              <a:pPr/>
              <a:t>‹#›</a:t>
            </a:fld>
            <a:endParaRPr lang="ru-RU" dirty="0"/>
          </a:p>
        </p:txBody>
      </p:sp>
    </p:spTree>
    <p:extLst>
      <p:ext uri="{BB962C8B-B14F-4D97-AF65-F5344CB8AC3E}">
        <p14:creationId xmlns:p14="http://schemas.microsoft.com/office/powerpoint/2010/main" val="32464197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Демо_1">
    <p:spTree>
      <p:nvGrpSpPr>
        <p:cNvPr id="1" name=""/>
        <p:cNvGrpSpPr/>
        <p:nvPr/>
      </p:nvGrpSpPr>
      <p:grpSpPr>
        <a:xfrm>
          <a:off x="0" y="0"/>
          <a:ext cx="0" cy="0"/>
          <a:chOff x="0" y="0"/>
          <a:chExt cx="0" cy="0"/>
        </a:xfrm>
      </p:grpSpPr>
      <p:sp>
        <p:nvSpPr>
          <p:cNvPr id="125" name="Picture Placeholder 1">
            <a:extLst>
              <a:ext uri="{FF2B5EF4-FFF2-40B4-BE49-F238E27FC236}">
                <a16:creationId xmlns:a16="http://schemas.microsoft.com/office/drawing/2014/main" id="{2E6A2544-8689-48EB-9658-2D1DE4E48784}"/>
              </a:ext>
            </a:extLst>
          </p:cNvPr>
          <p:cNvSpPr>
            <a:spLocks noGrp="1"/>
          </p:cNvSpPr>
          <p:nvPr>
            <p:ph type="pic" sz="quarter" idx="14"/>
          </p:nvPr>
        </p:nvSpPr>
        <p:spPr>
          <a:xfrm>
            <a:off x="1001460" y="1038224"/>
            <a:ext cx="1726214" cy="3657600"/>
          </a:xfrm>
          <a:prstGeom prst="roundRect">
            <a:avLst>
              <a:gd name="adj" fmla="val 12528"/>
            </a:avLst>
          </a:prstGeom>
          <a:noFill/>
        </p:spPr>
      </p:sp>
      <p:sp>
        <p:nvSpPr>
          <p:cNvPr id="75" name="Picture Placeholder 1">
            <a:extLst>
              <a:ext uri="{FF2B5EF4-FFF2-40B4-BE49-F238E27FC236}">
                <a16:creationId xmlns:a16="http://schemas.microsoft.com/office/drawing/2014/main" id="{5F8A3887-CB84-43EA-BFC4-CD93F421C5F2}"/>
              </a:ext>
            </a:extLst>
          </p:cNvPr>
          <p:cNvSpPr>
            <a:spLocks noGrp="1"/>
          </p:cNvSpPr>
          <p:nvPr>
            <p:ph type="pic" sz="quarter" idx="15"/>
          </p:nvPr>
        </p:nvSpPr>
        <p:spPr>
          <a:xfrm>
            <a:off x="3831097" y="1038224"/>
            <a:ext cx="1726214" cy="3657600"/>
          </a:xfrm>
          <a:prstGeom prst="roundRect">
            <a:avLst>
              <a:gd name="adj" fmla="val 12528"/>
            </a:avLst>
          </a:prstGeom>
          <a:noFill/>
        </p:spPr>
      </p:sp>
      <p:sp>
        <p:nvSpPr>
          <p:cNvPr id="102" name="Picture Placeholder 1">
            <a:extLst>
              <a:ext uri="{FF2B5EF4-FFF2-40B4-BE49-F238E27FC236}">
                <a16:creationId xmlns:a16="http://schemas.microsoft.com/office/drawing/2014/main" id="{E009EEBC-6069-4389-9953-A05FCC07FDF9}"/>
              </a:ext>
            </a:extLst>
          </p:cNvPr>
          <p:cNvSpPr>
            <a:spLocks noGrp="1"/>
          </p:cNvSpPr>
          <p:nvPr>
            <p:ph type="pic" sz="quarter" idx="16"/>
          </p:nvPr>
        </p:nvSpPr>
        <p:spPr>
          <a:xfrm>
            <a:off x="6660734" y="1038224"/>
            <a:ext cx="1726214" cy="3657600"/>
          </a:xfrm>
          <a:prstGeom prst="roundRect">
            <a:avLst>
              <a:gd name="adj" fmla="val 12528"/>
            </a:avLst>
          </a:prstGeom>
          <a:noFill/>
        </p:spPr>
      </p:sp>
      <p:sp>
        <p:nvSpPr>
          <p:cNvPr id="171" name="Picture Placeholder 1">
            <a:extLst>
              <a:ext uri="{FF2B5EF4-FFF2-40B4-BE49-F238E27FC236}">
                <a16:creationId xmlns:a16="http://schemas.microsoft.com/office/drawing/2014/main" id="{16E9D3D5-A966-4770-89F5-48C9F92735FE}"/>
              </a:ext>
            </a:extLst>
          </p:cNvPr>
          <p:cNvSpPr>
            <a:spLocks noGrp="1"/>
          </p:cNvSpPr>
          <p:nvPr>
            <p:ph type="pic" sz="quarter" idx="17"/>
          </p:nvPr>
        </p:nvSpPr>
        <p:spPr>
          <a:xfrm>
            <a:off x="9490368" y="1038224"/>
            <a:ext cx="1726214" cy="3657600"/>
          </a:xfrm>
          <a:prstGeom prst="roundRect">
            <a:avLst>
              <a:gd name="adj" fmla="val 12528"/>
            </a:avLst>
          </a:prstGeom>
          <a:noFill/>
        </p:spPr>
      </p:sp>
      <p:sp>
        <p:nvSpPr>
          <p:cNvPr id="5" name="Дата 3">
            <a:extLst>
              <a:ext uri="{FF2B5EF4-FFF2-40B4-BE49-F238E27FC236}">
                <a16:creationId xmlns:a16="http://schemas.microsoft.com/office/drawing/2014/main" id="{916B7A0B-21BC-45FE-AFF7-52F34B6D0F83}"/>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DC8C16AD-D907-4463-BE30-FCBB33ACAE3F}" type="datetime1">
              <a:rPr lang="ru-RU" smtClean="0"/>
              <a:t>14.09.2026</a:t>
            </a:fld>
            <a:endParaRPr lang="ru-RU"/>
          </a:p>
        </p:txBody>
      </p:sp>
      <p:sp>
        <p:nvSpPr>
          <p:cNvPr id="6" name="Нижний колонтитул 4">
            <a:extLst>
              <a:ext uri="{FF2B5EF4-FFF2-40B4-BE49-F238E27FC236}">
                <a16:creationId xmlns:a16="http://schemas.microsoft.com/office/drawing/2014/main" id="{6D393D3D-D368-4E15-8F2F-7A07229A98A8}"/>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7" name="Номер слайда 5">
            <a:extLst>
              <a:ext uri="{FF2B5EF4-FFF2-40B4-BE49-F238E27FC236}">
                <a16:creationId xmlns:a16="http://schemas.microsoft.com/office/drawing/2014/main" id="{0F5F999C-FF8F-49FD-8575-A50C0300C4F5}"/>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
        <p:nvSpPr>
          <p:cNvPr id="197" name="Текст 7">
            <a:extLst>
              <a:ext uri="{FF2B5EF4-FFF2-40B4-BE49-F238E27FC236}">
                <a16:creationId xmlns:a16="http://schemas.microsoft.com/office/drawing/2014/main" id="{B3D45624-8EA3-4B52-B030-A364BB470CC4}"/>
              </a:ext>
            </a:extLst>
          </p:cNvPr>
          <p:cNvSpPr>
            <a:spLocks noGrp="1"/>
          </p:cNvSpPr>
          <p:nvPr>
            <p:ph type="body" sz="quarter" idx="18"/>
          </p:nvPr>
        </p:nvSpPr>
        <p:spPr>
          <a:xfrm>
            <a:off x="346076" y="4929435"/>
            <a:ext cx="2739248" cy="127134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198" name="Текст 7">
            <a:extLst>
              <a:ext uri="{FF2B5EF4-FFF2-40B4-BE49-F238E27FC236}">
                <a16:creationId xmlns:a16="http://schemas.microsoft.com/office/drawing/2014/main" id="{CA86BD45-703D-484A-9D4A-1FEA90A4808F}"/>
              </a:ext>
            </a:extLst>
          </p:cNvPr>
          <p:cNvSpPr>
            <a:spLocks noGrp="1"/>
          </p:cNvSpPr>
          <p:nvPr>
            <p:ph type="body" sz="quarter" idx="19"/>
          </p:nvPr>
        </p:nvSpPr>
        <p:spPr>
          <a:xfrm>
            <a:off x="3269562" y="4929435"/>
            <a:ext cx="2739248" cy="127134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199" name="Текст 7">
            <a:extLst>
              <a:ext uri="{FF2B5EF4-FFF2-40B4-BE49-F238E27FC236}">
                <a16:creationId xmlns:a16="http://schemas.microsoft.com/office/drawing/2014/main" id="{0FE3D94F-B533-4C0D-9E9B-72F06706305C}"/>
              </a:ext>
            </a:extLst>
          </p:cNvPr>
          <p:cNvSpPr>
            <a:spLocks noGrp="1"/>
          </p:cNvSpPr>
          <p:nvPr>
            <p:ph type="body" sz="quarter" idx="20"/>
          </p:nvPr>
        </p:nvSpPr>
        <p:spPr>
          <a:xfrm>
            <a:off x="6193048" y="4929435"/>
            <a:ext cx="2739248" cy="127134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200" name="Текст 7">
            <a:extLst>
              <a:ext uri="{FF2B5EF4-FFF2-40B4-BE49-F238E27FC236}">
                <a16:creationId xmlns:a16="http://schemas.microsoft.com/office/drawing/2014/main" id="{0C4A1F6E-BDC1-410D-A748-7E90C2221ED1}"/>
              </a:ext>
            </a:extLst>
          </p:cNvPr>
          <p:cNvSpPr>
            <a:spLocks noGrp="1"/>
          </p:cNvSpPr>
          <p:nvPr>
            <p:ph type="body" sz="quarter" idx="21"/>
          </p:nvPr>
        </p:nvSpPr>
        <p:spPr>
          <a:xfrm>
            <a:off x="9116535" y="4929435"/>
            <a:ext cx="2739248" cy="127134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2" name="Заголовок 1">
            <a:extLst>
              <a:ext uri="{FF2B5EF4-FFF2-40B4-BE49-F238E27FC236}">
                <a16:creationId xmlns:a16="http://schemas.microsoft.com/office/drawing/2014/main" id="{D008DEFE-D4AF-4461-AEAA-AABBFA14735A}"/>
              </a:ext>
            </a:extLst>
          </p:cNvPr>
          <p:cNvSpPr>
            <a:spLocks noGrp="1"/>
          </p:cNvSpPr>
          <p:nvPr>
            <p:ph type="title"/>
          </p:nvPr>
        </p:nvSpPr>
        <p:spPr/>
        <p:txBody>
          <a:bodyPr/>
          <a:lstStyle/>
          <a:p>
            <a:r>
              <a:rPr lang="ru-RU"/>
              <a:t>Образец заголовка</a:t>
            </a:r>
          </a:p>
        </p:txBody>
      </p:sp>
    </p:spTree>
    <p:extLst>
      <p:ext uri="{BB962C8B-B14F-4D97-AF65-F5344CB8AC3E}">
        <p14:creationId xmlns:p14="http://schemas.microsoft.com/office/powerpoint/2010/main" val="32186458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Пустой">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769503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theme" Target="../theme/theme1.xml"/><Relationship Id="rId2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5">
            <a:lum/>
          </a:blip>
          <a:srcRect/>
          <a:stretch>
            <a:fillRect/>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2BCE23A-38F1-44E4-8D99-E9CD24A3AF81}"/>
              </a:ext>
            </a:extLst>
          </p:cNvPr>
          <p:cNvSpPr>
            <a:spLocks noGrp="1"/>
          </p:cNvSpPr>
          <p:nvPr>
            <p:ph type="title"/>
          </p:nvPr>
        </p:nvSpPr>
        <p:spPr>
          <a:xfrm>
            <a:off x="346075" y="421226"/>
            <a:ext cx="9862734" cy="376138"/>
          </a:xfrm>
          <a:prstGeom prst="rect">
            <a:avLst/>
          </a:prstGeom>
        </p:spPr>
        <p:txBody>
          <a:bodyPr vert="horz" lIns="91440" tIns="45720" rIns="91440" bIns="45720" rtlCol="0" anchor="b" anchorCtr="0">
            <a:noAutofit/>
          </a:bodyPr>
          <a:lstStyle/>
          <a:p>
            <a:r>
              <a:rPr lang="ru-RU" dirty="0"/>
              <a:t>ОБРАЗЕЦ ЗАГОЛОВКА</a:t>
            </a:r>
          </a:p>
        </p:txBody>
      </p:sp>
      <p:sp>
        <p:nvSpPr>
          <p:cNvPr id="3" name="Текст 2">
            <a:extLst>
              <a:ext uri="{FF2B5EF4-FFF2-40B4-BE49-F238E27FC236}">
                <a16:creationId xmlns:a16="http://schemas.microsoft.com/office/drawing/2014/main" id="{36EAD268-7E0C-4473-BF2C-A75921B98BC7}"/>
              </a:ext>
            </a:extLst>
          </p:cNvPr>
          <p:cNvSpPr>
            <a:spLocks noGrp="1"/>
          </p:cNvSpPr>
          <p:nvPr>
            <p:ph type="body" idx="1"/>
          </p:nvPr>
        </p:nvSpPr>
        <p:spPr>
          <a:xfrm>
            <a:off x="315392" y="1016177"/>
            <a:ext cx="11561229" cy="5160793"/>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D905FB47-C828-44E8-81A6-7D70F28691C7}"/>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9D490EE5-ED7D-46E8-8345-A78A0CB0F4A4}" type="datetime1">
              <a:rPr lang="ru-RU" smtClean="0"/>
              <a:t>14.09.2026</a:t>
            </a:fld>
            <a:endParaRPr lang="ru-RU"/>
          </a:p>
        </p:txBody>
      </p:sp>
      <p:sp>
        <p:nvSpPr>
          <p:cNvPr id="5" name="Нижний колонтитул 4">
            <a:extLst>
              <a:ext uri="{FF2B5EF4-FFF2-40B4-BE49-F238E27FC236}">
                <a16:creationId xmlns:a16="http://schemas.microsoft.com/office/drawing/2014/main" id="{738C8EAA-BD95-4729-8C84-AB6D45F44AA3}"/>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15" name="Номер слайда 5">
            <a:extLst>
              <a:ext uri="{FF2B5EF4-FFF2-40B4-BE49-F238E27FC236}">
                <a16:creationId xmlns:a16="http://schemas.microsoft.com/office/drawing/2014/main" id="{797EBB71-A16C-4900-8120-78386F05C8E8}"/>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Tree>
    <p:extLst>
      <p:ext uri="{BB962C8B-B14F-4D97-AF65-F5344CB8AC3E}">
        <p14:creationId xmlns:p14="http://schemas.microsoft.com/office/powerpoint/2010/main" val="142615276"/>
      </p:ext>
    </p:extLst>
  </p:cSld>
  <p:clrMap bg1="lt1" tx1="dk1" bg2="lt2" tx2="dk2" accent1="accent1" accent2="accent2" accent3="accent3" accent4="accent4" accent5="accent5" accent6="accent6" hlink="hlink" folHlink="folHlink"/>
  <p:sldLayoutIdLst>
    <p:sldLayoutId id="2147483661" r:id="rId1"/>
    <p:sldLayoutId id="2147483704" r:id="rId2"/>
    <p:sldLayoutId id="2147483694" r:id="rId3"/>
    <p:sldLayoutId id="2147483688" r:id="rId4"/>
    <p:sldLayoutId id="2147483662" r:id="rId5"/>
    <p:sldLayoutId id="2147483663" r:id="rId6"/>
    <p:sldLayoutId id="2147483664" r:id="rId7"/>
    <p:sldLayoutId id="2147483666" r:id="rId8"/>
    <p:sldLayoutId id="2147483667" r:id="rId9"/>
    <p:sldLayoutId id="2147483668" r:id="rId10"/>
    <p:sldLayoutId id="2147483689" r:id="rId11"/>
    <p:sldLayoutId id="2147483690" r:id="rId12"/>
    <p:sldLayoutId id="2147483702" r:id="rId13"/>
    <p:sldLayoutId id="2147483691" r:id="rId14"/>
    <p:sldLayoutId id="2147483692" r:id="rId15"/>
    <p:sldLayoutId id="2147483693" r:id="rId16"/>
    <p:sldLayoutId id="2147483696" r:id="rId17"/>
    <p:sldLayoutId id="2147483697" r:id="rId18"/>
    <p:sldLayoutId id="2147483698" r:id="rId19"/>
    <p:sldLayoutId id="2147483699" r:id="rId20"/>
    <p:sldLayoutId id="2147483700" r:id="rId21"/>
    <p:sldLayoutId id="2147483701" r:id="rId22"/>
    <p:sldLayoutId id="2147483703" r:id="rId23"/>
  </p:sldLayoutIdLst>
  <p:hf hdr="0" ftr="0" dt="0"/>
  <p:txStyles>
    <p:titleStyle>
      <a:lvl1pPr algn="l" defTabSz="578755" rtl="0" eaLnBrk="1" latinLnBrk="0" hangingPunct="1">
        <a:lnSpc>
          <a:spcPct val="90000"/>
        </a:lnSpc>
        <a:spcBef>
          <a:spcPct val="0"/>
        </a:spcBef>
        <a:buNone/>
        <a:defRPr sz="1997" b="1" kern="1200">
          <a:solidFill>
            <a:schemeClr val="bg1">
              <a:lumMod val="95000"/>
            </a:schemeClr>
          </a:solidFill>
          <a:latin typeface="+mj-lt"/>
          <a:ea typeface="+mj-ea"/>
          <a:cs typeface="Amatic SC" panose="00000500000000000000" pitchFamily="2" charset="-79"/>
        </a:defRPr>
      </a:lvl1pPr>
    </p:titleStyle>
    <p:bodyStyle>
      <a:lvl1pPr marL="144688" indent="-144688" algn="l" defTabSz="578755" rtl="0" eaLnBrk="1" latinLnBrk="0" hangingPunct="1">
        <a:lnSpc>
          <a:spcPct val="90000"/>
        </a:lnSpc>
        <a:spcBef>
          <a:spcPts val="631"/>
        </a:spcBef>
        <a:buFont typeface="Arial" panose="020B0604020202020204" pitchFamily="34" charset="0"/>
        <a:buChar char="•"/>
        <a:defRPr sz="1452"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p:bodyStyle>
    <p:otherStyle>
      <a:defPPr>
        <a:defRPr lang="ru-RU"/>
      </a:defPPr>
      <a:lvl1pPr marL="0" algn="l" defTabSz="578755" rtl="0" eaLnBrk="1" latinLnBrk="0" hangingPunct="1">
        <a:defRPr sz="1141" kern="1200">
          <a:solidFill>
            <a:schemeClr val="tx1"/>
          </a:solidFill>
          <a:latin typeface="+mn-lt"/>
          <a:ea typeface="+mn-ea"/>
          <a:cs typeface="+mn-cs"/>
        </a:defRPr>
      </a:lvl1pPr>
      <a:lvl2pPr marL="289378" algn="l" defTabSz="578755" rtl="0" eaLnBrk="1" latinLnBrk="0" hangingPunct="1">
        <a:defRPr sz="1141" kern="1200">
          <a:solidFill>
            <a:schemeClr val="tx1"/>
          </a:solidFill>
          <a:latin typeface="+mn-lt"/>
          <a:ea typeface="+mn-ea"/>
          <a:cs typeface="+mn-cs"/>
        </a:defRPr>
      </a:lvl2pPr>
      <a:lvl3pPr marL="578755" algn="l" defTabSz="578755" rtl="0" eaLnBrk="1" latinLnBrk="0" hangingPunct="1">
        <a:defRPr sz="1141" kern="1200">
          <a:solidFill>
            <a:schemeClr val="tx1"/>
          </a:solidFill>
          <a:latin typeface="+mn-lt"/>
          <a:ea typeface="+mn-ea"/>
          <a:cs typeface="+mn-cs"/>
        </a:defRPr>
      </a:lvl3pPr>
      <a:lvl4pPr marL="868132" algn="l" defTabSz="578755" rtl="0" eaLnBrk="1" latinLnBrk="0" hangingPunct="1">
        <a:defRPr sz="1141" kern="1200">
          <a:solidFill>
            <a:schemeClr val="tx1"/>
          </a:solidFill>
          <a:latin typeface="+mn-lt"/>
          <a:ea typeface="+mn-ea"/>
          <a:cs typeface="+mn-cs"/>
        </a:defRPr>
      </a:lvl4pPr>
      <a:lvl5pPr marL="1157510" algn="l" defTabSz="578755" rtl="0" eaLnBrk="1" latinLnBrk="0" hangingPunct="1">
        <a:defRPr sz="1141" kern="1200">
          <a:solidFill>
            <a:schemeClr val="tx1"/>
          </a:solidFill>
          <a:latin typeface="+mn-lt"/>
          <a:ea typeface="+mn-ea"/>
          <a:cs typeface="+mn-cs"/>
        </a:defRPr>
      </a:lvl5pPr>
      <a:lvl6pPr marL="1446887" algn="l" defTabSz="578755" rtl="0" eaLnBrk="1" latinLnBrk="0" hangingPunct="1">
        <a:defRPr sz="1141" kern="1200">
          <a:solidFill>
            <a:schemeClr val="tx1"/>
          </a:solidFill>
          <a:latin typeface="+mn-lt"/>
          <a:ea typeface="+mn-ea"/>
          <a:cs typeface="+mn-cs"/>
        </a:defRPr>
      </a:lvl6pPr>
      <a:lvl7pPr marL="1736266" algn="l" defTabSz="578755" rtl="0" eaLnBrk="1" latinLnBrk="0" hangingPunct="1">
        <a:defRPr sz="1141" kern="1200">
          <a:solidFill>
            <a:schemeClr val="tx1"/>
          </a:solidFill>
          <a:latin typeface="+mn-lt"/>
          <a:ea typeface="+mn-ea"/>
          <a:cs typeface="+mn-cs"/>
        </a:defRPr>
      </a:lvl7pPr>
      <a:lvl8pPr marL="2025644" algn="l" defTabSz="578755" rtl="0" eaLnBrk="1" latinLnBrk="0" hangingPunct="1">
        <a:defRPr sz="1141" kern="1200">
          <a:solidFill>
            <a:schemeClr val="tx1"/>
          </a:solidFill>
          <a:latin typeface="+mn-lt"/>
          <a:ea typeface="+mn-ea"/>
          <a:cs typeface="+mn-cs"/>
        </a:defRPr>
      </a:lvl8pPr>
      <a:lvl9pPr marL="2315021" algn="l" defTabSz="578755" rtl="0" eaLnBrk="1" latinLnBrk="0" hangingPunct="1">
        <a:defRPr sz="1141" kern="1200">
          <a:solidFill>
            <a:schemeClr val="tx1"/>
          </a:solidFill>
          <a:latin typeface="+mn-lt"/>
          <a:ea typeface="+mn-ea"/>
          <a:cs typeface="+mn-cs"/>
        </a:defRPr>
      </a:lvl9pPr>
    </p:otherStyle>
  </p:txStyles>
  <p:extLst>
    <p:ext uri="{27BBF7A9-308A-43DC-89C8-2F10F3537804}">
      <p15:sldGuideLst xmlns:p15="http://schemas.microsoft.com/office/powerpoint/2012/main">
        <p15:guide id="19" orient="horz" pos="4156">
          <p15:clr>
            <a:srgbClr val="F26B43"/>
          </p15:clr>
        </p15:guide>
        <p15:guide id="20" orient="horz" pos="482">
          <p15:clr>
            <a:srgbClr val="F26B43"/>
          </p15:clr>
        </p15:guide>
        <p15:guide id="21" pos="218">
          <p15:clr>
            <a:srgbClr val="F26B43"/>
          </p15:clr>
        </p15:guide>
        <p15:guide id="22" pos="7469">
          <p15:clr>
            <a:srgbClr val="F26B43"/>
          </p15:clr>
        </p15:guide>
        <p15:guide id="23" orient="horz" pos="249">
          <p15:clr>
            <a:srgbClr val="F26B43"/>
          </p15:clr>
        </p15:guide>
        <p15:guide id="24" orient="horz" pos="4042">
          <p15:clr>
            <a:srgbClr val="F26B43"/>
          </p15:clr>
        </p15:guide>
        <p15:guide id="25" orient="horz" pos="3906">
          <p15:clr>
            <a:srgbClr val="F26B43"/>
          </p15:clr>
        </p15:guide>
        <p15:guide id="26" orient="horz" pos="640">
          <p15:clr>
            <a:srgbClr val="F26B43"/>
          </p15:clr>
        </p15:guide>
        <p15:guide id="27"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826.jpg"/><Relationship Id="rId4"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827.jpg"/><Relationship Id="rId5" Type="http://schemas.openxmlformats.org/officeDocument/2006/relationships/image" Target="../media/image828.jpg"/><Relationship Id="rId6" Type="http://schemas.openxmlformats.org/officeDocument/2006/relationships/image" Target="../media/image829.jpg"/><Relationship Id="rId7" Type="http://schemas.openxmlformats.org/officeDocument/2006/relationships/image" Target="../media/image83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83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 Id="rId3" Type="http://schemas.openxmlformats.org/officeDocument/2006/relationships/image" Target="../media/image832.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4.png"/><Relationship Id="rId3" Type="http://schemas.openxmlformats.org/officeDocument/2006/relationships/image" Target="../media/image833.png"/><Relationship Id="rId4" Type="http://schemas.openxmlformats.org/officeDocument/2006/relationships/image" Target="../media/image834.jp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30.png"/><Relationship Id="rId3" Type="http://schemas.openxmlformats.org/officeDocument/2006/relationships/chart" Target="../charts/chart2.xml"/><Relationship Id="rId4" Type="http://schemas.openxmlformats.org/officeDocument/2006/relationships/notesSlide" Target="../notesSlides/notesSlide12.xml"/><Relationship Id="rId5"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0.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2FA84A33-0C72-0932-80BA-8E3874357B74}"/>
              </a:ext>
            </a:extLst>
          </p:cNvPr>
          <p:cNvSpPr>
            <a:spLocks noGrp="1"/>
          </p:cNvSpPr>
          <p:nvPr>
            <p:ph type="ctrTitle"/>
          </p:nvPr>
        </p:nvSpPr>
        <p:spPr>
          <a:xfrm>
            <a:off x="1" y="3894513"/>
            <a:ext cx="6271845" cy="1706743"/>
          </a:xfrm>
        </p:spPr>
        <p:txBody>
          <a:bodyPr/>
          <a:lstStyle/>
          <a:p>
            <a:pPr marL="268288" indent="0"/>
            <a:r>
              <a:rPr lang="ru-RU" sz="4800"/>
              <a:t>Молоток</a:t>
            </a:r>
          </a:p>
        </p:txBody>
      </p:sp>
      <p:pic>
        <p:nvPicPr>
          <p:cNvPr id="4" name="Рисунок 3" descr="image.png"/>
          <p:cNvPicPr>
            <a:picLocks noGrp="1" noChangeAspect="1"/>
          </p:cNvPicPr>
          <p:nvPr>
            <p:ph type="pic" sz="quarter" idx="11"/>
          </p:nvPr>
        </p:nvPicPr>
        <p:blipFill>
          <a:blip r:embed="rId2"/>
          <a:srcRect/>
          <a:stretch>
            <a:fillRect/>
          </a:stretch>
        </p:blipFill>
        <p:spPr>
          <a:xfrm>
            <a:off x="305186" y="535493"/>
            <a:ext cx="2455420" cy="671205"/>
          </a:xfrm>
        </p:spPr>
      </p:pic>
      <p:sp>
        <p:nvSpPr>
          <p:cNvPr id="5" name="Текст 4">
            <a:extLst>
              <a:ext uri="{FF2B5EF4-FFF2-40B4-BE49-F238E27FC236}">
                <a16:creationId xmlns:a16="http://schemas.microsoft.com/office/drawing/2014/main" id="{37079B28-9FB8-672E-DD52-FA978EC4A21B}"/>
              </a:ext>
            </a:extLst>
          </p:cNvPr>
          <p:cNvSpPr>
            <a:spLocks noGrp="1"/>
          </p:cNvSpPr>
          <p:nvPr>
            <p:ph type="body" sz="quarter" idx="12"/>
          </p:nvPr>
        </p:nvSpPr>
        <p:spPr>
          <a:xfrm>
            <a:off x="0" y="5659501"/>
            <a:ext cx="8930641" cy="757174"/>
          </a:xfrm>
        </p:spPr>
        <p:txBody>
          <a:bodyPr anchor="ctr"/>
          <a:lstStyle/>
          <a:p>
            <a:pPr indent="0" marL="268288"/>
            <a:r>
              <a:rPr lang="ru-RU" sz="1500"/>
              <a:t>Кейс 05 · решение ReSense</a:t>
            </a:r>
          </a:p>
          <a:p>
            <a:pPr indent="0" marL="268288"/>
            <a:r>
              <a:rPr lang="ru-RU" sz="1500"/>
              <a:t>Обнаружение посторонних объектов в тоннеле метро по данным 3D-лидара</a:t>
            </a:r>
          </a:p>
        </p:txBody>
      </p:sp>
      <p:sp>
        <p:nvSpPr>
          <p:cNvPr id="2" name="Скругленный прямоугольник 1">
            <a:extLst>
              <a:ext uri="{FF2B5EF4-FFF2-40B4-BE49-F238E27FC236}">
                <a16:creationId xmlns:a16="http://schemas.microsoft.com/office/drawing/2014/main" id="{42AA0FBE-CF0A-64AF-80E8-EF1996F56DB8}"/>
              </a:ext>
            </a:extLst>
          </p:cNvPr>
          <p:cNvSpPr/>
          <p:nvPr/>
        </p:nvSpPr>
        <p:spPr>
          <a:xfrm>
            <a:off x="-296709" y="-313993"/>
            <a:ext cx="6125156" cy="2285622"/>
          </a:xfrm>
          <a:prstGeom prst="roundRect">
            <a:avLst>
              <a:gd name="adj" fmla="val 9821"/>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ctr"/>
            <a:endParaRPr lang="ru-RU" b="1" dirty="0">
              <a:solidFill>
                <a:schemeClr val="accent2"/>
              </a:solidFill>
            </a:endParaRPr>
          </a:p>
        </p:txBody>
      </p:sp>
      <p:sp>
        <p:nvSpPr>
          <p:cNvPr id="6" name="TextBox 5"/>
          <p:cNvSpPr txBox="1"/>
          <p:nvPr/>
        </p:nvSpPr>
        <p:spPr>
          <a:xfrm>
            <a:off x="10363200" y="0"/>
            <a:ext cx="1706880" cy="201168"/>
          </a:xfrm>
          <a:prstGeom prst="rect">
            <a:avLst/>
          </a:prstGeom>
          <a:noFill/>
        </p:spPr>
        <p:txBody>
          <a:bodyPr wrap="none">
            <a:spAutoFit/>
          </a:bodyPr>
          <a:lstStyle/>
          <a:p>
            <a:pPr algn="l">
              <a:defRPr sz="800" b="0">
                <a:solidFill>
                  <a:srgbClr val="17171C"/>
                </a:solidFill>
                <a:latin typeface="Arial"/>
              </a:defRPr>
            </a:pPr>
            <a:r>
              <a:t>ЧЕРНОВИК/16.10</a:t>
            </a:r>
          </a:p>
        </p:txBody>
      </p:sp>
    </p:spTree>
    <p:extLst>
      <p:ext uri="{BB962C8B-B14F-4D97-AF65-F5344CB8AC3E}">
        <p14:creationId xmlns:p14="http://schemas.microsoft.com/office/powerpoint/2010/main" val="1980666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Прямоугольник 2">
            <a:extLst>
              <a:ext uri="{FF2B5EF4-FFF2-40B4-BE49-F238E27FC236}">
                <a16:creationId xmlns:a16="http://schemas.microsoft.com/office/drawing/2014/main" id="{13BA75DB-8EAE-769C-2B17-FF7CD6EEF6C6}"/>
              </a:ext>
            </a:extLst>
          </p:cNvPr>
          <p:cNvSpPr/>
          <p:nvPr/>
        </p:nvSpPr>
        <p:spPr>
          <a:xfrm>
            <a:off x="0" y="2971800"/>
            <a:ext cx="6456363" cy="3886200"/>
          </a:xfrm>
          <a:prstGeom prst="rect">
            <a:avLst/>
          </a:prstGeom>
          <a:solidFill>
            <a:srgbClr val="DCCEE4">
              <a:alpha val="49804"/>
            </a:srgbClr>
          </a:solidFill>
          <a:ln>
            <a:noFill/>
          </a:ln>
        </p:spPr>
        <p:style>
          <a:lnRef idx="0">
            <a:scrgbClr r="0" g="0" b="0"/>
          </a:lnRef>
          <a:fillRef idx="0">
            <a:scrgbClr r="0" g="0" b="0"/>
          </a:fillRef>
          <a:effectRef idx="0">
            <a:scrgbClr r="0" g="0" b="0"/>
          </a:effectRef>
          <a:fontRef idx="minor">
            <a:schemeClr val="lt1"/>
          </a:fontRef>
        </p:style>
        <p:txBody>
          <a:bodyPr rtlCol="0" anchor="t"/>
          <a:lstStyle/>
          <a:p>
            <a:pPr algn="ctr"/>
            <a:endParaRPr lang="ru-RU" dirty="0"/>
          </a:p>
        </p:txBody>
      </p:sp>
      <p:pic>
        <p:nvPicPr>
          <p:cNvPr id="19" name="Picture 18" descr="team.jpg"/>
          <p:cNvPicPr>
            <a:picLocks noChangeAspect="1"/>
          </p:cNvPicPr>
          <p:nvPr/>
        </p:nvPicPr>
        <p:blipFill>
          <a:blip r:embed="rId3"/>
          <a:srcRect t="29" b="29"/>
          <a:stretch>
            <a:fillRect/>
          </a:stretch>
        </p:blipFill>
        <p:spPr>
          <a:xfrm>
            <a:off x="0" y="335267"/>
            <a:ext cx="6456363" cy="2971784"/>
          </a:xfrm>
          <a:prstGeom prst="rect">
            <a:avLst/>
          </a:prstGeom>
        </p:spPr>
      </p:pic>
      <p:sp>
        <p:nvSpPr>
          <p:cNvPr id="6" name="Текст 8">
            <a:extLst>
              <a:ext uri="{FF2B5EF4-FFF2-40B4-BE49-F238E27FC236}">
                <a16:creationId xmlns:a16="http://schemas.microsoft.com/office/drawing/2014/main" id="{32D7670A-4313-AE7C-DDA9-134ADC224C94}"/>
              </a:ext>
            </a:extLst>
          </p:cNvPr>
          <p:cNvSpPr txBox="1">
            <a:spLocks/>
          </p:cNvSpPr>
          <p:nvPr/>
        </p:nvSpPr>
        <p:spPr>
          <a:xfrm>
            <a:off x="6819904" y="2303118"/>
            <a:ext cx="4945564" cy="668667"/>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marL="0" indent="0">
              <a:lnSpc>
                <a:spcPct val="100000"/>
              </a:lnSpc>
              <a:buNone/>
            </a:pPr>
            <a:r>
              <a:rPr lang="ru-RU" sz="1600" b="1" dirty="0">
                <a:solidFill>
                  <a:schemeClr val="accent5"/>
                </a:solidFill>
              </a:rPr>
              <a:t>Краткое описание решения:</a:t>
            </a:r>
          </a:p>
        </p:txBody>
      </p:sp>
      <p:sp>
        <p:nvSpPr>
          <p:cNvPr id="8" name="Текст 8">
            <a:extLst>
              <a:ext uri="{FF2B5EF4-FFF2-40B4-BE49-F238E27FC236}">
                <a16:creationId xmlns:a16="http://schemas.microsoft.com/office/drawing/2014/main" id="{D8A04531-793D-BF7A-34F3-615C18C06BA5}"/>
              </a:ext>
            </a:extLst>
          </p:cNvPr>
          <p:cNvSpPr txBox="1">
            <a:spLocks/>
          </p:cNvSpPr>
          <p:nvPr/>
        </p:nvSpPr>
        <p:spPr>
          <a:xfrm>
            <a:off x="6836606" y="4876070"/>
            <a:ext cx="4945565" cy="1350000"/>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marL="0" indent="0">
              <a:lnSpc>
                <a:spcPct val="100000"/>
              </a:lnSpc>
              <a:buFont typeface="Wingdings" pitchFamily="2" charset="2"/>
              <a:buNone/>
            </a:pPr>
            <a:r>
              <a:rPr lang="ru-RU" sz="1500">
                <a:solidFill>
                  <a:schemeClr val="tx1"/>
                </a:solidFill>
              </a:rPr>
              <a:t>Модель среды без карты и классов объектов. Возможны пропуски и ложные тревоги.</a:t>
            </a:r>
          </a:p>
        </p:txBody>
      </p:sp>
      <p:sp>
        <p:nvSpPr>
          <p:cNvPr id="14" name="Текст 8">
            <a:extLst>
              <a:ext uri="{FF2B5EF4-FFF2-40B4-BE49-F238E27FC236}">
                <a16:creationId xmlns:a16="http://schemas.microsoft.com/office/drawing/2014/main" id="{A66B04C6-E9BA-5BA2-7A5C-84468D491C57}"/>
              </a:ext>
            </a:extLst>
          </p:cNvPr>
          <p:cNvSpPr txBox="1">
            <a:spLocks/>
          </p:cNvSpPr>
          <p:nvPr/>
        </p:nvSpPr>
        <p:spPr>
          <a:xfrm>
            <a:off x="334962" y="3883009"/>
            <a:ext cx="5629858" cy="2399033"/>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rtl="0">
              <a:lnSpc>
                <a:spcPct val="120000"/>
              </a:lnSpc>
              <a:spcBef>
                <a:spcPts val="0"/>
              </a:spcBef>
              <a:spcAft>
                <a:spcPts val="0"/>
              </a:spcAft>
            </a:pPr>
            <a:r>
              <a:rPr lang="ru-RU" b="1">
                <a:solidFill>
                  <a:schemeClr val="tx1"/>
                </a:solidFill>
              </a:rPr>
              <a:t>Капитан:</a:t>
            </a:r>
            <a:r>
              <a:rPr lang="ru-RU">
                <a:solidFill>
                  <a:schemeClr val="tx1"/>
                </a:solidFill>
              </a:rPr>
              <a:t xml:space="preserve"> Кузнецов Пётр, системный аналитик, ROS 2</a:t>
            </a:r>
          </a:p>
          <a:p>
            <a:pPr rtl="0">
              <a:lnSpc>
                <a:spcPct val="120000"/>
              </a:lnSpc>
              <a:spcBef>
                <a:spcPts val="0"/>
              </a:spcBef>
              <a:spcAft>
                <a:spcPts val="0"/>
              </a:spcAft>
            </a:pPr>
            <a:r>
              <a:rPr lang="ru-RU" b="1">
                <a:solidFill>
                  <a:schemeClr val="tx1"/>
                </a:solidFill>
              </a:rPr>
              <a:t>Кол-во участников:</a:t>
            </a:r>
            <a:r>
              <a:rPr lang="ru-RU">
                <a:solidFill>
                  <a:schemeClr val="tx1"/>
                </a:solidFill>
              </a:rPr>
              <a:t xml:space="preserve"> 4 человека</a:t>
            </a:r>
          </a:p>
          <a:p>
            <a:pPr rtl="0">
              <a:lnSpc>
                <a:spcPct val="120000"/>
              </a:lnSpc>
              <a:spcBef>
                <a:spcPts val="0"/>
              </a:spcBef>
              <a:spcAft>
                <a:spcPts val="0"/>
              </a:spcAft>
            </a:pPr>
            <a:r>
              <a:rPr lang="ru-RU" b="1">
                <a:solidFill>
                  <a:schemeClr val="tx1"/>
                </a:solidFill>
              </a:rPr>
              <a:t>Краткое описание:</a:t>
            </a:r>
          </a:p>
          <a:p>
            <a:pPr rtl="0" marL="289376" indent="-144688">
              <a:lnSpc>
                <a:spcPct val="120000"/>
              </a:lnSpc>
              <a:spcBef>
                <a:spcPts val="0"/>
              </a:spcBef>
              <a:spcAft>
                <a:spcPts val="0"/>
              </a:spcAft>
              <a:buFont typeface="Arial"/>
              <a:buChar char="–"/>
            </a:pPr>
            <a:r>
              <a:rPr lang="ru-RU">
                <a:solidFill>
                  <a:schemeClr val="tx1"/>
                </a:solidFill>
              </a:rPr>
              <a:t>P1 — узел ROS 2, Docker и питч; P2 — интерфейс</a:t>
            </a:r>
          </a:p>
          <a:p>
            <a:pPr rtl="0" marL="289376" indent="-144688">
              <a:lnSpc>
                <a:spcPct val="120000"/>
              </a:lnSpc>
              <a:spcBef>
                <a:spcPts val="0"/>
              </a:spcBef>
              <a:spcAft>
                <a:spcPts val="0"/>
              </a:spcAft>
              <a:buFont typeface="Arial"/>
              <a:buChar char="–"/>
            </a:pPr>
            <a:r>
              <a:rPr lang="ru-RU">
                <a:solidFill>
                  <a:schemeClr val="tx1"/>
                </a:solidFill>
              </a:rPr>
              <a:t>P3 — алгоритм, P4 — данные, метрики и тесты</a:t>
            </a:r>
          </a:p>
        </p:txBody>
      </p:sp>
      <p:sp>
        <p:nvSpPr>
          <p:cNvPr id="15" name="Текст 8">
            <a:extLst>
              <a:ext uri="{FF2B5EF4-FFF2-40B4-BE49-F238E27FC236}">
                <a16:creationId xmlns:a16="http://schemas.microsoft.com/office/drawing/2014/main" id="{835E7A1E-FFEA-1C2F-65E6-56769FEFB842}"/>
              </a:ext>
            </a:extLst>
          </p:cNvPr>
          <p:cNvSpPr txBox="1">
            <a:spLocks/>
          </p:cNvSpPr>
          <p:nvPr/>
        </p:nvSpPr>
        <p:spPr>
          <a:xfrm>
            <a:off x="334962" y="3484785"/>
            <a:ext cx="2990173" cy="353935"/>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marL="0" indent="0">
              <a:lnSpc>
                <a:spcPct val="100000"/>
              </a:lnSpc>
              <a:buNone/>
            </a:pPr>
            <a:r>
              <a:rPr lang="ru-RU" sz="1600" b="1" dirty="0">
                <a:solidFill>
                  <a:schemeClr val="accent5"/>
                </a:solidFill>
              </a:rPr>
              <a:t>О команде</a:t>
            </a:r>
          </a:p>
        </p:txBody>
      </p:sp>
      <p:sp>
        <p:nvSpPr>
          <p:cNvPr id="18" name="Заголовок 6">
            <a:extLst>
              <a:ext uri="{FF2B5EF4-FFF2-40B4-BE49-F238E27FC236}">
                <a16:creationId xmlns:a16="http://schemas.microsoft.com/office/drawing/2014/main" id="{7CB04CCE-DD7B-2901-A280-8E4E07945137}"/>
              </a:ext>
            </a:extLst>
          </p:cNvPr>
          <p:cNvSpPr>
            <a:spLocks noGrp="1"/>
          </p:cNvSpPr>
          <p:nvPr>
            <p:ph type="title"/>
          </p:nvPr>
        </p:nvSpPr>
        <p:spPr>
          <a:xfrm>
            <a:off x="6819903" y="1039236"/>
            <a:ext cx="3636703" cy="1015128"/>
          </a:xfrm>
        </p:spPr>
        <p:txBody>
          <a:bodyPr/>
          <a:lstStyle/>
          <a:p>
            <a:pPr/>
            <a:r>
              <a:rPr lang="ru-RU" sz="2400">
                <a:solidFill>
                  <a:schemeClr val="accent5"/>
                </a:solidFill>
                <a:latin typeface="+mn-lt"/>
              </a:rPr>
              <a:t>КОМАНДА «Молоток»</a:t>
            </a:r>
          </a:p>
        </p:txBody>
      </p:sp>
      <p:cxnSp>
        <p:nvCxnSpPr>
          <p:cNvPr id="7" name="Прямая соединительная линия 6">
            <a:extLst>
              <a:ext uri="{FF2B5EF4-FFF2-40B4-BE49-F238E27FC236}">
                <a16:creationId xmlns:a16="http://schemas.microsoft.com/office/drawing/2014/main" id="{7C7CCC6C-58F8-0E63-53E4-87AE6D59DD62}"/>
              </a:ext>
            </a:extLst>
          </p:cNvPr>
          <p:cNvCxnSpPr>
            <a:cxnSpLocks/>
          </p:cNvCxnSpPr>
          <p:nvPr/>
        </p:nvCxnSpPr>
        <p:spPr>
          <a:xfrm>
            <a:off x="6880774" y="2240031"/>
            <a:ext cx="4884824"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16" name="Прямая соединительная линия 15">
            <a:extLst>
              <a:ext uri="{FF2B5EF4-FFF2-40B4-BE49-F238E27FC236}">
                <a16:creationId xmlns:a16="http://schemas.microsoft.com/office/drawing/2014/main" id="{1B3B23E2-26F4-92D2-2DA4-7A9B6B8237E1}"/>
              </a:ext>
            </a:extLst>
          </p:cNvPr>
          <p:cNvCxnSpPr>
            <a:cxnSpLocks/>
          </p:cNvCxnSpPr>
          <p:nvPr/>
        </p:nvCxnSpPr>
        <p:spPr>
          <a:xfrm>
            <a:off x="6897347" y="4437879"/>
            <a:ext cx="4884824"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17" name="Прямая соединительная линия 16">
            <a:extLst>
              <a:ext uri="{FF2B5EF4-FFF2-40B4-BE49-F238E27FC236}">
                <a16:creationId xmlns:a16="http://schemas.microsoft.com/office/drawing/2014/main" id="{0C8347DC-DEA9-7C56-5C73-FA89FB55D49D}"/>
              </a:ext>
            </a:extLst>
          </p:cNvPr>
          <p:cNvCxnSpPr>
            <a:cxnSpLocks/>
          </p:cNvCxnSpPr>
          <p:nvPr/>
        </p:nvCxnSpPr>
        <p:spPr>
          <a:xfrm>
            <a:off x="395833" y="3448639"/>
            <a:ext cx="5700167" cy="0"/>
          </a:xfrm>
          <a:prstGeom prst="line">
            <a:avLst/>
          </a:prstGeom>
          <a:ln>
            <a:solidFill>
              <a:schemeClr val="accent5"/>
            </a:solidFill>
          </a:ln>
        </p:spPr>
        <p:style>
          <a:lnRef idx="1">
            <a:schemeClr val="accent2"/>
          </a:lnRef>
          <a:fillRef idx="0">
            <a:schemeClr val="accent2"/>
          </a:fillRef>
          <a:effectRef idx="0">
            <a:schemeClr val="accent2"/>
          </a:effectRef>
          <a:fontRef idx="minor">
            <a:schemeClr val="tx1"/>
          </a:fontRef>
        </p:style>
      </p:cxnSp>
      <p:sp>
        <p:nvSpPr>
          <p:cNvPr id="4" name="Текст 8">
            <a:extLst>
              <a:ext uri="{FF2B5EF4-FFF2-40B4-BE49-F238E27FC236}">
                <a16:creationId xmlns:a16="http://schemas.microsoft.com/office/drawing/2014/main" id="{D556F1CE-69ED-AE0F-D388-9032B66CC535}"/>
              </a:ext>
            </a:extLst>
          </p:cNvPr>
          <p:cNvSpPr txBox="1">
            <a:spLocks/>
          </p:cNvSpPr>
          <p:nvPr/>
        </p:nvSpPr>
        <p:spPr>
          <a:xfrm>
            <a:off x="6819904" y="4541737"/>
            <a:ext cx="4945564" cy="668667"/>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marL="0" indent="0">
              <a:lnSpc>
                <a:spcPct val="100000"/>
              </a:lnSpc>
              <a:buNone/>
            </a:pPr>
            <a:r>
              <a:rPr lang="ru-RU" sz="1600" b="1" dirty="0">
                <a:solidFill>
                  <a:schemeClr val="accent5"/>
                </a:solidFill>
              </a:rPr>
              <a:t>Уникальность решения:</a:t>
            </a:r>
          </a:p>
        </p:txBody>
      </p:sp>
      <p:sp>
        <p:nvSpPr>
          <p:cNvPr id="5" name="Текст 8">
            <a:extLst>
              <a:ext uri="{FF2B5EF4-FFF2-40B4-BE49-F238E27FC236}">
                <a16:creationId xmlns:a16="http://schemas.microsoft.com/office/drawing/2014/main" id="{6811D897-A2AE-AA09-747E-1B90C43B5420}"/>
              </a:ext>
            </a:extLst>
          </p:cNvPr>
          <p:cNvSpPr txBox="1">
            <a:spLocks/>
          </p:cNvSpPr>
          <p:nvPr/>
        </p:nvSpPr>
        <p:spPr>
          <a:xfrm>
            <a:off x="6808027" y="2619903"/>
            <a:ext cx="4945565" cy="1780000"/>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marL="0" indent="0">
              <a:lnSpc>
                <a:spcPct val="100000"/>
              </a:lnSpc>
              <a:buFont typeface="Wingdings" pitchFamily="2" charset="2"/>
              <a:buNone/>
            </a:pPr>
            <a:r>
              <a:rPr lang="ru-RU" sz="1500">
                <a:solidFill>
                  <a:schemeClr val="tx1"/>
                </a:solidFill>
              </a:rPr>
              <a:t>LiDAR → модель тоннеля → препятствие в габарите 2,1 × 3,0 м → решение и расстояние. ROS 2, Docker, CPU.</a:t>
            </a:r>
          </a:p>
        </p:txBody>
      </p:sp>
      <p:sp>
        <p:nvSpPr>
          <p:cNvPr id="10" name="Номер слайда 35">
            <a:extLst>
              <a:ext uri="{FF2B5EF4-FFF2-40B4-BE49-F238E27FC236}">
                <a16:creationId xmlns:a16="http://schemas.microsoft.com/office/drawing/2014/main" id="{75D9ACE7-3A6B-03B3-9BA4-502350CBAA74}"/>
              </a:ext>
            </a:extLst>
          </p:cNvPr>
          <p:cNvSpPr txBox="1">
            <a:spLocks/>
          </p:cNvSpPr>
          <p:nvPr/>
        </p:nvSpPr>
        <p:spPr>
          <a:xfrm>
            <a:off x="11413507" y="6356358"/>
            <a:ext cx="559119" cy="365125"/>
          </a:xfrm>
          <a:prstGeom prst="rect">
            <a:avLst/>
          </a:prstGeom>
        </p:spPr>
        <p:txBody>
          <a:bodyPr/>
          <a:lstStyle>
            <a:defPPr>
              <a:defRPr lang="ru-RU"/>
            </a:defPPr>
            <a:lvl1pPr marL="0" algn="l" defTabSz="914220" rtl="0" eaLnBrk="1" latinLnBrk="0" hangingPunct="1">
              <a:defRPr sz="1800" kern="1200">
                <a:solidFill>
                  <a:schemeClr val="tx1"/>
                </a:solidFill>
                <a:latin typeface="+mn-lt"/>
                <a:ea typeface="+mn-ea"/>
                <a:cs typeface="+mn-cs"/>
              </a:defRPr>
            </a:lvl1pPr>
            <a:lvl2pPr marL="457110" algn="l" defTabSz="914220" rtl="0" eaLnBrk="1" latinLnBrk="0" hangingPunct="1">
              <a:defRPr sz="1800" kern="1200">
                <a:solidFill>
                  <a:schemeClr val="tx1"/>
                </a:solidFill>
                <a:latin typeface="+mn-lt"/>
                <a:ea typeface="+mn-ea"/>
                <a:cs typeface="+mn-cs"/>
              </a:defRPr>
            </a:lvl2pPr>
            <a:lvl3pPr marL="914220" algn="l" defTabSz="914220" rtl="0" eaLnBrk="1" latinLnBrk="0" hangingPunct="1">
              <a:defRPr sz="1800" kern="1200">
                <a:solidFill>
                  <a:schemeClr val="tx1"/>
                </a:solidFill>
                <a:latin typeface="+mn-lt"/>
                <a:ea typeface="+mn-ea"/>
                <a:cs typeface="+mn-cs"/>
              </a:defRPr>
            </a:lvl3pPr>
            <a:lvl4pPr marL="1371329" algn="l" defTabSz="914220" rtl="0" eaLnBrk="1" latinLnBrk="0" hangingPunct="1">
              <a:defRPr sz="1800" kern="1200">
                <a:solidFill>
                  <a:schemeClr val="tx1"/>
                </a:solidFill>
                <a:latin typeface="+mn-lt"/>
                <a:ea typeface="+mn-ea"/>
                <a:cs typeface="+mn-cs"/>
              </a:defRPr>
            </a:lvl4pPr>
            <a:lvl5pPr marL="1828439" algn="l" defTabSz="914220" rtl="0" eaLnBrk="1" latinLnBrk="0" hangingPunct="1">
              <a:defRPr sz="1800" kern="1200">
                <a:solidFill>
                  <a:schemeClr val="tx1"/>
                </a:solidFill>
                <a:latin typeface="+mn-lt"/>
                <a:ea typeface="+mn-ea"/>
                <a:cs typeface="+mn-cs"/>
              </a:defRPr>
            </a:lvl5pPr>
            <a:lvl6pPr marL="2285549" algn="l" defTabSz="914220" rtl="0" eaLnBrk="1" latinLnBrk="0" hangingPunct="1">
              <a:defRPr sz="1800" kern="1200">
                <a:solidFill>
                  <a:schemeClr val="tx1"/>
                </a:solidFill>
                <a:latin typeface="+mn-lt"/>
                <a:ea typeface="+mn-ea"/>
                <a:cs typeface="+mn-cs"/>
              </a:defRPr>
            </a:lvl6pPr>
            <a:lvl7pPr marL="2742658" algn="l" defTabSz="914220" rtl="0" eaLnBrk="1" latinLnBrk="0" hangingPunct="1">
              <a:defRPr sz="1800" kern="1200">
                <a:solidFill>
                  <a:schemeClr val="tx1"/>
                </a:solidFill>
                <a:latin typeface="+mn-lt"/>
                <a:ea typeface="+mn-ea"/>
                <a:cs typeface="+mn-cs"/>
              </a:defRPr>
            </a:lvl7pPr>
            <a:lvl8pPr marL="3199765" algn="l" defTabSz="914220" rtl="0" eaLnBrk="1" latinLnBrk="0" hangingPunct="1">
              <a:defRPr sz="1800" kern="1200">
                <a:solidFill>
                  <a:schemeClr val="tx1"/>
                </a:solidFill>
                <a:latin typeface="+mn-lt"/>
                <a:ea typeface="+mn-ea"/>
                <a:cs typeface="+mn-cs"/>
              </a:defRPr>
            </a:lvl8pPr>
            <a:lvl9pPr marL="3656877" algn="l" defTabSz="914220" rtl="0" eaLnBrk="1" latinLnBrk="0" hangingPunct="1">
              <a:defRPr sz="1800" kern="1200">
                <a:solidFill>
                  <a:schemeClr val="tx1"/>
                </a:solidFill>
                <a:latin typeface="+mn-lt"/>
                <a:ea typeface="+mn-ea"/>
                <a:cs typeface="+mn-cs"/>
              </a:defRPr>
            </a:lvl9pPr>
          </a:lstStyle>
          <a:p>
            <a:pPr algn="ctr"/>
            <a:fld id="{52DCC5B9-D646-4B76-891F-6FF4E74E9CB4}" type="slidenum">
              <a:rPr lang="ru-RU" sz="1200" smtClean="0">
                <a:solidFill>
                  <a:schemeClr val="accent5"/>
                </a:solidFill>
              </a:rPr>
              <a:pPr algn="ctr"/>
              <a:t>8</a:t>
            </a:fld>
            <a:endParaRPr lang="ru-RU" sz="1200" dirty="0">
              <a:solidFill>
                <a:schemeClr val="accent5"/>
              </a:solidFill>
            </a:endParaRPr>
          </a:p>
        </p:txBody>
      </p:sp>
      <p:sp>
        <p:nvSpPr>
          <p:cNvPr id="20" name="TextBox 19"/>
          <p:cNvSpPr txBox="1"/>
          <p:nvPr/>
        </p:nvSpPr>
        <p:spPr>
          <a:xfrm>
            <a:off x="10363200" y="0"/>
            <a:ext cx="1706880" cy="201168"/>
          </a:xfrm>
          <a:prstGeom prst="rect">
            <a:avLst/>
          </a:prstGeom>
          <a:noFill/>
        </p:spPr>
        <p:txBody>
          <a:bodyPr wrap="none">
            <a:spAutoFit/>
          </a:bodyPr>
          <a:lstStyle/>
          <a:p>
            <a:pPr algn="l">
              <a:defRPr sz="800" b="0">
                <a:solidFill>
                  <a:srgbClr val="17171C"/>
                </a:solidFill>
                <a:latin typeface="Arial"/>
              </a:defRPr>
            </a:pPr>
            <a:r>
              <a:t>ЧЕРНОВИК/16.10</a:t>
            </a:r>
          </a:p>
        </p:txBody>
      </p:sp>
    </p:spTree>
    <p:extLst>
      <p:ext uri="{BB962C8B-B14F-4D97-AF65-F5344CB8AC3E}">
        <p14:creationId xmlns:p14="http://schemas.microsoft.com/office/powerpoint/2010/main" val="3539778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9AC977F-019F-1EBC-A1EC-CEAA645B590F}"/>
            </a:ext>
          </a:extLst>
        </p:cNvPr>
        <p:cNvGrpSpPr/>
        <p:nvPr/>
      </p:nvGrpSpPr>
      <p:grpSpPr>
        <a:xfrm>
          <a:off x="0" y="0"/>
          <a:ext cx="0" cy="0"/>
          <a:chOff x="0" y="0"/>
          <a:chExt cx="0" cy="0"/>
        </a:xfrm>
      </p:grpSpPr>
      <p:sp>
        <p:nvSpPr>
          <p:cNvPr id="56" name="Скругленный прямоугольник 55">
            <a:extLst>
              <a:ext uri="{FF2B5EF4-FFF2-40B4-BE49-F238E27FC236}">
                <a16:creationId xmlns:a16="http://schemas.microsoft.com/office/drawing/2014/main" id="{635392F3-78F4-5585-E25E-CDBEA7E9F10C}"/>
              </a:ext>
            </a:extLst>
          </p:cNvPr>
          <p:cNvSpPr/>
          <p:nvPr/>
        </p:nvSpPr>
        <p:spPr>
          <a:xfrm>
            <a:off x="3846984" y="1522006"/>
            <a:ext cx="2192713" cy="4834352"/>
          </a:xfrm>
          <a:prstGeom prst="roundRect">
            <a:avLst>
              <a:gd name="adj" fmla="val 9821"/>
            </a:avLst>
          </a:prstGeom>
          <a:solidFill>
            <a:schemeClr val="bg1"/>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ctr"/>
            <a:endParaRPr lang="ru-RU" b="1" dirty="0">
              <a:solidFill>
                <a:schemeClr val="accent2"/>
              </a:solidFill>
            </a:endParaRPr>
          </a:p>
        </p:txBody>
      </p:sp>
      <p:sp>
        <p:nvSpPr>
          <p:cNvPr id="57" name="Текст 8">
            <a:extLst>
              <a:ext uri="{FF2B5EF4-FFF2-40B4-BE49-F238E27FC236}">
                <a16:creationId xmlns:a16="http://schemas.microsoft.com/office/drawing/2014/main" id="{9398668D-F141-1433-7B1B-1518BC470E30}"/>
              </a:ext>
            </a:extLst>
          </p:cNvPr>
          <p:cNvSpPr txBox="1">
            <a:spLocks/>
          </p:cNvSpPr>
          <p:nvPr/>
        </p:nvSpPr>
        <p:spPr>
          <a:xfrm>
            <a:off x="4019268" y="4570028"/>
            <a:ext cx="1894354" cy="1624612"/>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fontAlgn="base">
              <a:spcBef>
                <a:spcPts val="600"/>
              </a:spcBef>
              <a:buFont typeface="Arial" panose="020B0604020202020204" pitchFamily="34" charset="0"/>
              <a:buChar char="•"/>
            </a:pPr>
            <a:r>
              <a:rPr lang="ru-RU" sz="1100">
                <a:solidFill>
                  <a:schemeClr val="tx1"/>
                </a:solidFill>
              </a:rPr>
              <a:t>Разработчик ПО (Python / JS)</a:t>
            </a:r>
          </a:p>
          <a:p>
            <a:pPr fontAlgn="base">
              <a:spcBef>
                <a:spcPts val="600"/>
              </a:spcBef>
              <a:buFont typeface="Arial" panose="020B0604020202020204" pitchFamily="34" charset="0"/>
              <a:buChar char="•"/>
            </a:pPr>
            <a:r>
              <a:rPr lang="ru-RU" sz="1100">
                <a:solidFill>
                  <a:schemeClr val="tx1"/>
                </a:solidFill>
              </a:rPr>
              <a:t>RViz, Foxglove, веб-дашборд, разметка, слайды, ролик</a:t>
            </a:r>
          </a:p>
        </p:txBody>
      </p:sp>
      <p:sp>
        <p:nvSpPr>
          <p:cNvPr id="58" name="Текст 8">
            <a:extLst>
              <a:ext uri="{FF2B5EF4-FFF2-40B4-BE49-F238E27FC236}">
                <a16:creationId xmlns:a16="http://schemas.microsoft.com/office/drawing/2014/main" id="{8D1E397B-73F6-7777-9CD1-12E43986247F}"/>
              </a:ext>
            </a:extLst>
          </p:cNvPr>
          <p:cNvSpPr txBox="1">
            <a:spLocks/>
          </p:cNvSpPr>
          <p:nvPr/>
        </p:nvSpPr>
        <p:spPr>
          <a:xfrm>
            <a:off x="4019267" y="3942118"/>
            <a:ext cx="1722566" cy="627910"/>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marL="0" indent="0">
              <a:buNone/>
            </a:pPr>
            <a:r>
              <a:rPr lang="ru-RU" sz="1600">
                <a:solidFill>
                  <a:schemeClr val="accent5"/>
                </a:solidFill>
              </a:rPr>
              <a:t>P2 · фронтенд</a:t>
            </a:r>
          </a:p>
        </p:txBody>
      </p:sp>
      <p:sp>
        <p:nvSpPr>
          <p:cNvPr id="59" name="Скругленный прямоугольник 58">
            <a:extLst>
              <a:ext uri="{FF2B5EF4-FFF2-40B4-BE49-F238E27FC236}">
                <a16:creationId xmlns:a16="http://schemas.microsoft.com/office/drawing/2014/main" id="{0F406257-4D6A-D88A-21D7-91882F262CF5}"/>
              </a:ext>
            </a:extLst>
          </p:cNvPr>
          <p:cNvSpPr/>
          <p:nvPr/>
        </p:nvSpPr>
        <p:spPr>
          <a:xfrm>
            <a:off x="6152302" y="1522006"/>
            <a:ext cx="2192713" cy="4834352"/>
          </a:xfrm>
          <a:prstGeom prst="roundRect">
            <a:avLst>
              <a:gd name="adj" fmla="val 9821"/>
            </a:avLst>
          </a:prstGeom>
          <a:solidFill>
            <a:schemeClr val="bg1"/>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ctr"/>
            <a:endParaRPr lang="ru-RU" b="1" dirty="0">
              <a:solidFill>
                <a:schemeClr val="accent2"/>
              </a:solidFill>
            </a:endParaRPr>
          </a:p>
        </p:txBody>
      </p:sp>
      <p:sp>
        <p:nvSpPr>
          <p:cNvPr id="60" name="Текст 8">
            <a:extLst>
              <a:ext uri="{FF2B5EF4-FFF2-40B4-BE49-F238E27FC236}">
                <a16:creationId xmlns:a16="http://schemas.microsoft.com/office/drawing/2014/main" id="{44C1868D-BA5E-04C0-2882-2494450EF9D6}"/>
              </a:ext>
            </a:extLst>
          </p:cNvPr>
          <p:cNvSpPr txBox="1">
            <a:spLocks/>
          </p:cNvSpPr>
          <p:nvPr/>
        </p:nvSpPr>
        <p:spPr>
          <a:xfrm>
            <a:off x="6324586" y="4570028"/>
            <a:ext cx="1894354" cy="1624612"/>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fontAlgn="base">
              <a:spcBef>
                <a:spcPts val="600"/>
              </a:spcBef>
              <a:buFont typeface="Arial" panose="020B0604020202020204" pitchFamily="34" charset="0"/>
              <a:buChar char="•"/>
            </a:pPr>
            <a:r>
              <a:rPr lang="ru-RU" sz="1100">
                <a:solidFill>
                  <a:schemeClr val="tx1"/>
                </a:solidFill>
              </a:rPr>
              <a:t>Инженер компьютерного зрения</a:t>
            </a:r>
          </a:p>
          <a:p>
            <a:pPr fontAlgn="base">
              <a:spcBef>
                <a:spcPts val="600"/>
              </a:spcBef>
              <a:buFont typeface="Arial" panose="020B0604020202020204" pitchFamily="34" charset="0"/>
              <a:buChar char="•"/>
            </a:pPr>
            <a:r>
              <a:rPr lang="ru-RU" sz="1100">
                <a:solidFill>
                  <a:schemeClr val="tx1"/>
                </a:solidFill>
              </a:rPr>
              <a:t>модель пути, габарит, кластеры, трекинг, дальность, скорость</a:t>
            </a:r>
          </a:p>
        </p:txBody>
      </p:sp>
      <p:sp>
        <p:nvSpPr>
          <p:cNvPr id="61" name="Текст 8">
            <a:extLst>
              <a:ext uri="{FF2B5EF4-FFF2-40B4-BE49-F238E27FC236}">
                <a16:creationId xmlns:a16="http://schemas.microsoft.com/office/drawing/2014/main" id="{1A52C52A-3120-DA42-507D-5AE477E99E60}"/>
              </a:ext>
            </a:extLst>
          </p:cNvPr>
          <p:cNvSpPr txBox="1">
            <a:spLocks/>
          </p:cNvSpPr>
          <p:nvPr/>
        </p:nvSpPr>
        <p:spPr>
          <a:xfrm>
            <a:off x="6324585" y="3942118"/>
            <a:ext cx="1722566" cy="627910"/>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marL="0" indent="0">
              <a:buNone/>
            </a:pPr>
            <a:r>
              <a:rPr lang="ru-RU" sz="1600">
                <a:solidFill>
                  <a:schemeClr val="accent5"/>
                </a:solidFill>
              </a:rPr>
              <a:t>P3 · зрение</a:t>
            </a:r>
          </a:p>
        </p:txBody>
      </p:sp>
      <p:sp>
        <p:nvSpPr>
          <p:cNvPr id="62" name="Скругленный прямоугольник 61">
            <a:extLst>
              <a:ext uri="{FF2B5EF4-FFF2-40B4-BE49-F238E27FC236}">
                <a16:creationId xmlns:a16="http://schemas.microsoft.com/office/drawing/2014/main" id="{D1FBCE3B-1D71-DB46-9E48-C63F3ADD4968}"/>
              </a:ext>
            </a:extLst>
          </p:cNvPr>
          <p:cNvSpPr/>
          <p:nvPr/>
        </p:nvSpPr>
        <p:spPr>
          <a:xfrm>
            <a:off x="8457621" y="1522006"/>
            <a:ext cx="2192713" cy="4834352"/>
          </a:xfrm>
          <a:prstGeom prst="roundRect">
            <a:avLst>
              <a:gd name="adj" fmla="val 9821"/>
            </a:avLst>
          </a:prstGeom>
          <a:solidFill>
            <a:schemeClr val="bg1"/>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ctr"/>
            <a:endParaRPr lang="ru-RU" b="1" dirty="0">
              <a:solidFill>
                <a:schemeClr val="accent2"/>
              </a:solidFill>
            </a:endParaRPr>
          </a:p>
        </p:txBody>
      </p:sp>
      <p:sp>
        <p:nvSpPr>
          <p:cNvPr id="63" name="Текст 8">
            <a:extLst>
              <a:ext uri="{FF2B5EF4-FFF2-40B4-BE49-F238E27FC236}">
                <a16:creationId xmlns:a16="http://schemas.microsoft.com/office/drawing/2014/main" id="{CB4F394B-14E6-36F0-A4B2-EFA5843E9DB6}"/>
              </a:ext>
            </a:extLst>
          </p:cNvPr>
          <p:cNvSpPr txBox="1">
            <a:spLocks/>
          </p:cNvSpPr>
          <p:nvPr/>
        </p:nvSpPr>
        <p:spPr>
          <a:xfrm>
            <a:off x="8629905" y="4570028"/>
            <a:ext cx="1894354" cy="1624612"/>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fontAlgn="base">
              <a:spcBef>
                <a:spcPts val="600"/>
              </a:spcBef>
              <a:buFont typeface="Arial" panose="020B0604020202020204" pitchFamily="34" charset="0"/>
              <a:buChar char="•"/>
            </a:pPr>
            <a:r>
              <a:rPr lang="ru-RU" sz="1100">
                <a:solidFill>
                  <a:schemeClr val="tx1"/>
                </a:solidFill>
              </a:rPr>
              <a:t>Специалист по данным</a:t>
            </a:r>
          </a:p>
          <a:p>
            <a:pPr fontAlgn="base">
              <a:spcBef>
                <a:spcPts val="600"/>
              </a:spcBef>
              <a:buFont typeface="Arial" panose="020B0604020202020204" pitchFamily="34" charset="0"/>
              <a:buChar char="•"/>
            </a:pPr>
            <a:r>
              <a:rPr lang="ru-RU" sz="1100">
                <a:solidFill>
                  <a:schemeClr val="tx1"/>
                </a:solidFill>
              </a:rPr>
              <a:t>датасет, синтетические препятствия, разметка, метрики, тесты, CI</a:t>
            </a:r>
          </a:p>
        </p:txBody>
      </p:sp>
      <p:sp>
        <p:nvSpPr>
          <p:cNvPr id="64" name="Текст 8">
            <a:extLst>
              <a:ext uri="{FF2B5EF4-FFF2-40B4-BE49-F238E27FC236}">
                <a16:creationId xmlns:a16="http://schemas.microsoft.com/office/drawing/2014/main" id="{FF91B8FA-A68A-4E4D-B286-02AF30BFB771}"/>
              </a:ext>
            </a:extLst>
          </p:cNvPr>
          <p:cNvSpPr txBox="1">
            <a:spLocks/>
          </p:cNvSpPr>
          <p:nvPr/>
        </p:nvSpPr>
        <p:spPr>
          <a:xfrm>
            <a:off x="8629904" y="3942118"/>
            <a:ext cx="1722566" cy="627910"/>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marL="0" indent="0">
              <a:buNone/>
            </a:pPr>
            <a:r>
              <a:rPr lang="ru-RU" sz="1600">
                <a:solidFill>
                  <a:schemeClr val="accent5"/>
                </a:solidFill>
              </a:rPr>
              <a:t>P4 · данные</a:t>
            </a:r>
          </a:p>
        </p:txBody>
      </p:sp>
      <p:sp>
        <p:nvSpPr>
          <p:cNvPr id="17" name="Скругленный прямоугольник 16">
            <a:extLst>
              <a:ext uri="{FF2B5EF4-FFF2-40B4-BE49-F238E27FC236}">
                <a16:creationId xmlns:a16="http://schemas.microsoft.com/office/drawing/2014/main" id="{FC0035EA-559C-020F-D4A8-B4146A26E8E5}"/>
              </a:ext>
            </a:extLst>
          </p:cNvPr>
          <p:cNvSpPr/>
          <p:nvPr/>
        </p:nvSpPr>
        <p:spPr>
          <a:xfrm>
            <a:off x="1541666" y="1522006"/>
            <a:ext cx="2192713" cy="4834352"/>
          </a:xfrm>
          <a:prstGeom prst="roundRect">
            <a:avLst>
              <a:gd name="adj" fmla="val 9821"/>
            </a:avLst>
          </a:prstGeom>
          <a:solidFill>
            <a:schemeClr val="bg1"/>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ctr"/>
            <a:endParaRPr lang="ru-RU" b="1" dirty="0">
              <a:solidFill>
                <a:schemeClr val="accent2"/>
              </a:solidFill>
            </a:endParaRPr>
          </a:p>
        </p:txBody>
      </p:sp>
      <p:sp>
        <p:nvSpPr>
          <p:cNvPr id="13" name="Скругленный прямоугольник 12">
            <a:extLst>
              <a:ext uri="{FF2B5EF4-FFF2-40B4-BE49-F238E27FC236}">
                <a16:creationId xmlns:a16="http://schemas.microsoft.com/office/drawing/2014/main" id="{4F9EEB10-D234-64E3-5744-B3981F11A494}"/>
              </a:ext>
            </a:extLst>
          </p:cNvPr>
          <p:cNvSpPr/>
          <p:nvPr/>
        </p:nvSpPr>
        <p:spPr>
          <a:xfrm>
            <a:off x="346075" y="324562"/>
            <a:ext cx="3952656" cy="620919"/>
          </a:xfrm>
          <a:prstGeom prst="roundRect">
            <a:avLst>
              <a:gd name="adj" fmla="val 18706"/>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t"/>
          <a:lstStyle/>
          <a:p>
            <a:pPr algn="ctr"/>
            <a:endParaRPr lang="ru-RU" b="1" dirty="0">
              <a:solidFill>
                <a:schemeClr val="accent2"/>
              </a:solidFill>
            </a:endParaRPr>
          </a:p>
        </p:txBody>
      </p:sp>
      <p:sp>
        <p:nvSpPr>
          <p:cNvPr id="18" name="Номер слайда 17">
            <a:extLst>
              <a:ext uri="{FF2B5EF4-FFF2-40B4-BE49-F238E27FC236}">
                <a16:creationId xmlns:a16="http://schemas.microsoft.com/office/drawing/2014/main" id="{ADFA4405-6EC1-3A52-92A7-2CA2130BB2B8}"/>
              </a:ext>
            </a:extLst>
          </p:cNvPr>
          <p:cNvSpPr>
            <a:spLocks noGrp="1"/>
          </p:cNvSpPr>
          <p:nvPr>
            <p:ph type="sldNum" sz="quarter" idx="4"/>
          </p:nvPr>
        </p:nvSpPr>
        <p:spPr/>
        <p:txBody>
          <a:bodyPr/>
          <a:lstStyle/>
          <a:p>
            <a:fld id="{52DCC5B9-D646-4B76-891F-6FF4E74E9CB4}" type="slidenum">
              <a:rPr lang="ru-RU" smtClean="0">
                <a:solidFill>
                  <a:schemeClr val="bg1"/>
                </a:solidFill>
              </a:rPr>
              <a:pPr/>
              <a:t>9</a:t>
            </a:fld>
            <a:endParaRPr lang="ru-RU" dirty="0">
              <a:solidFill>
                <a:schemeClr val="bg1"/>
              </a:solidFill>
            </a:endParaRPr>
          </a:p>
        </p:txBody>
      </p:sp>
      <p:pic>
        <p:nvPicPr>
          <p:cNvPr id="66" name="Picture 65" descr="member-66.jpg"/>
          <p:cNvPicPr>
            <a:picLocks noChangeAspect="1"/>
          </p:cNvPicPr>
          <p:nvPr/>
        </p:nvPicPr>
        <p:blipFill>
          <a:blip r:embed="rId4"/>
          <a:srcRect t="138" b="138"/>
          <a:stretch>
            <a:fillRect/>
          </a:stretch>
        </p:blipFill>
        <p:spPr>
          <a:xfrm>
            <a:off x="1776987" y="1816054"/>
            <a:ext cx="1722566" cy="1552901"/>
          </a:xfrm>
          <a:prstGeom prst="rect">
            <a:avLst/>
          </a:prstGeom>
        </p:spPr>
      </p:pic>
      <p:pic>
        <p:nvPicPr>
          <p:cNvPr id="68" name="Picture 67" descr="member-68.jpg"/>
          <p:cNvPicPr>
            <a:picLocks noChangeAspect="1"/>
          </p:cNvPicPr>
          <p:nvPr/>
        </p:nvPicPr>
        <p:blipFill>
          <a:blip r:embed="rId5"/>
          <a:srcRect t="475" b="475"/>
          <a:stretch>
            <a:fillRect/>
          </a:stretch>
        </p:blipFill>
        <p:spPr>
          <a:xfrm>
            <a:off x="4082057" y="1826554"/>
            <a:ext cx="1722566" cy="1542401"/>
          </a:xfrm>
          <a:prstGeom prst="rect">
            <a:avLst/>
          </a:prstGeom>
        </p:spPr>
      </p:pic>
      <p:pic>
        <p:nvPicPr>
          <p:cNvPr id="70" name="Picture 69" descr="member-70.jpg"/>
          <p:cNvPicPr>
            <a:picLocks noChangeAspect="1"/>
          </p:cNvPicPr>
          <p:nvPr/>
        </p:nvPicPr>
        <p:blipFill>
          <a:blip r:embed="rId6"/>
          <a:srcRect l="81" r="81"/>
          <a:stretch>
            <a:fillRect/>
          </a:stretch>
        </p:blipFill>
        <p:spPr>
          <a:xfrm>
            <a:off x="6387374" y="1809238"/>
            <a:ext cx="1722567" cy="1559717"/>
          </a:xfrm>
          <a:prstGeom prst="rect">
            <a:avLst/>
          </a:prstGeom>
        </p:spPr>
      </p:pic>
      <p:pic>
        <p:nvPicPr>
          <p:cNvPr id="72" name="Picture 71" descr="member-72.jpg"/>
          <p:cNvPicPr>
            <a:picLocks noChangeAspect="1"/>
          </p:cNvPicPr>
          <p:nvPr/>
        </p:nvPicPr>
        <p:blipFill>
          <a:blip r:embed="rId7"/>
          <a:srcRect l="81" r="81"/>
          <a:stretch>
            <a:fillRect/>
          </a:stretch>
        </p:blipFill>
        <p:spPr>
          <a:xfrm>
            <a:off x="8715798" y="1809238"/>
            <a:ext cx="1722567" cy="1559717"/>
          </a:xfrm>
          <a:prstGeom prst="rect">
            <a:avLst/>
          </a:prstGeom>
        </p:spPr>
      </p:pic>
      <p:sp>
        <p:nvSpPr>
          <p:cNvPr id="7" name="Заголовок 6">
            <a:extLst>
              <a:ext uri="{FF2B5EF4-FFF2-40B4-BE49-F238E27FC236}">
                <a16:creationId xmlns:a16="http://schemas.microsoft.com/office/drawing/2014/main" id="{A8302BF4-F579-F30C-0D0B-9EC587DE2AD1}"/>
              </a:ext>
            </a:extLst>
          </p:cNvPr>
          <p:cNvSpPr>
            <a:spLocks noGrp="1"/>
          </p:cNvSpPr>
          <p:nvPr>
            <p:ph type="title"/>
          </p:nvPr>
        </p:nvSpPr>
        <p:spPr>
          <a:xfrm>
            <a:off x="518359" y="449787"/>
            <a:ext cx="9862734" cy="376138"/>
          </a:xfrm>
        </p:spPr>
        <p:txBody>
          <a:bodyPr/>
          <a:lstStyle/>
          <a:p>
            <a:pPr/>
            <a:r>
              <a:rPr lang="ru-RU">
                <a:latin typeface="+mn-lt"/>
              </a:rPr>
              <a:t>КОМАНДА «Молоток»</a:t>
            </a:r>
          </a:p>
        </p:txBody>
      </p:sp>
      <p:sp>
        <p:nvSpPr>
          <p:cNvPr id="9" name="Текст 8">
            <a:extLst>
              <a:ext uri="{FF2B5EF4-FFF2-40B4-BE49-F238E27FC236}">
                <a16:creationId xmlns:a16="http://schemas.microsoft.com/office/drawing/2014/main" id="{8392728C-0D28-63FE-46DB-BBDA5226DAE1}"/>
              </a:ext>
            </a:extLst>
          </p:cNvPr>
          <p:cNvSpPr>
            <a:spLocks noGrp="1"/>
          </p:cNvSpPr>
          <p:nvPr>
            <p:ph type="body" sz="quarter" idx="27"/>
          </p:nvPr>
        </p:nvSpPr>
        <p:spPr>
          <a:xfrm>
            <a:off x="1713950" y="4570028"/>
            <a:ext cx="1894354" cy="1624612"/>
          </a:xfrm>
        </p:spPr>
        <p:txBody>
          <a:bodyPr>
            <a:normAutofit/>
          </a:bodyPr>
          <a:lstStyle/>
          <a:p>
            <a:pPr rtl="0" fontAlgn="base">
              <a:spcBef>
                <a:spcPts val="600"/>
              </a:spcBef>
              <a:spcAft>
                <a:spcPts val="0"/>
              </a:spcAft>
              <a:buFont typeface="Arial" panose="020B0604020202020204" pitchFamily="34" charset="0"/>
              <a:buChar char="•"/>
            </a:pPr>
            <a:r>
              <a:rPr lang="ru-RU" sz="1100">
                <a:solidFill>
                  <a:schemeClr val="tx1"/>
                </a:solidFill>
              </a:rPr>
              <a:t>Системный аналитик, ROS 2</a:t>
            </a:r>
          </a:p>
          <a:p>
            <a:pPr rtl="0" fontAlgn="base">
              <a:spcBef>
                <a:spcPts val="600"/>
              </a:spcBef>
              <a:spcAft>
                <a:spcPts val="0"/>
              </a:spcAft>
              <a:buFont typeface="Arial" panose="020B0604020202020204" pitchFamily="34" charset="0"/>
              <a:buChar char="•"/>
            </a:pPr>
            <a:r>
              <a:rPr lang="ru-RU" sz="1100">
                <a:solidFill>
                  <a:schemeClr val="tx1"/>
                </a:solidFill>
              </a:rPr>
              <a:t>требования, архитектура, узел ROS 2 и Docker, питч, сдача</a:t>
            </a:r>
          </a:p>
        </p:txBody>
      </p:sp>
      <p:sp>
        <p:nvSpPr>
          <p:cNvPr id="15" name="Текст 8">
            <a:extLst>
              <a:ext uri="{FF2B5EF4-FFF2-40B4-BE49-F238E27FC236}">
                <a16:creationId xmlns:a16="http://schemas.microsoft.com/office/drawing/2014/main" id="{34A1767C-75B2-E3D4-5057-DD85E6AB1440}"/>
              </a:ext>
            </a:extLst>
          </p:cNvPr>
          <p:cNvSpPr txBox="1">
            <a:spLocks/>
          </p:cNvSpPr>
          <p:nvPr/>
        </p:nvSpPr>
        <p:spPr>
          <a:xfrm>
            <a:off x="1713949" y="3942118"/>
            <a:ext cx="1722566" cy="627910"/>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marL="0" indent="0">
              <a:buNone/>
            </a:pPr>
            <a:r>
              <a:rPr lang="ru-RU" sz="1600">
                <a:solidFill>
                  <a:schemeClr val="accent5"/>
                </a:solidFill>
              </a:rPr>
              <a:t>P1 · капитан</a:t>
            </a:r>
          </a:p>
        </p:txBody>
      </p:sp>
      <p:sp>
        <p:nvSpPr>
          <p:cNvPr id="65" name="TextBox 64"/>
          <p:cNvSpPr txBox="1"/>
          <p:nvPr/>
        </p:nvSpPr>
        <p:spPr>
          <a:xfrm>
            <a:off x="1713949" y="3418955"/>
            <a:ext cx="1785604" cy="513163"/>
          </a:xfrm>
          <a:prstGeom prst="rect">
            <a:avLst/>
          </a:prstGeom>
          <a:noFill/>
        </p:spPr>
        <p:txBody>
          <a:bodyPr wrap="square" rIns="0" tIns="0" bIns="0">
            <a:spAutoFit/>
          </a:bodyPr>
          <a:lstStyle/>
          <a:p>
            <a:pPr>
              <a:lnSpc>
                <a:spcPct val="90000"/>
              </a:lnSpc>
            </a:pPr>
            <a:r>
              <a:rPr lang="ru-RU" b="1" sz="1400">
                <a:solidFill>
                  <a:srgbClr val="4B0E73"/>
                </a:solidFill>
              </a:rPr>
              <a:t>Кузнецов</a:t>
            </a:r>
          </a:p>
          <a:p>
            <a:pPr>
              <a:lnSpc>
                <a:spcPct val="90000"/>
              </a:lnSpc>
            </a:pPr>
            <a:r>
              <a:rPr lang="ru-RU" b="1" sz="1400">
                <a:solidFill>
                  <a:srgbClr val="4B0E73"/>
                </a:solidFill>
              </a:rPr>
              <a:t>Пётр</a:t>
            </a:r>
          </a:p>
        </p:txBody>
      </p:sp>
      <p:sp>
        <p:nvSpPr>
          <p:cNvPr id="67" name="TextBox 66"/>
          <p:cNvSpPr txBox="1"/>
          <p:nvPr/>
        </p:nvSpPr>
        <p:spPr>
          <a:xfrm>
            <a:off x="4019267" y="3418955"/>
            <a:ext cx="1785356" cy="513163"/>
          </a:xfrm>
          <a:prstGeom prst="rect">
            <a:avLst/>
          </a:prstGeom>
          <a:noFill/>
        </p:spPr>
        <p:txBody>
          <a:bodyPr wrap="square" rIns="0" tIns="0" bIns="0">
            <a:spAutoFit/>
          </a:bodyPr>
          <a:lstStyle/>
          <a:p>
            <a:pPr>
              <a:lnSpc>
                <a:spcPct val="90000"/>
              </a:lnSpc>
            </a:pPr>
            <a:r>
              <a:rPr lang="ru-RU" b="1" sz="1400">
                <a:solidFill>
                  <a:srgbClr val="4B0E73"/>
                </a:solidFill>
              </a:rPr>
              <a:t>Максимов</a:t>
            </a:r>
          </a:p>
          <a:p>
            <a:pPr>
              <a:lnSpc>
                <a:spcPct val="90000"/>
              </a:lnSpc>
            </a:pPr>
            <a:r>
              <a:rPr lang="ru-RU" b="1" sz="1400">
                <a:solidFill>
                  <a:srgbClr val="4B0E73"/>
                </a:solidFill>
              </a:rPr>
              <a:t>Тимофей</a:t>
            </a:r>
          </a:p>
        </p:txBody>
      </p:sp>
      <p:sp>
        <p:nvSpPr>
          <p:cNvPr id="69" name="TextBox 68"/>
          <p:cNvSpPr txBox="1"/>
          <p:nvPr/>
        </p:nvSpPr>
        <p:spPr>
          <a:xfrm>
            <a:off x="6324585" y="3418955"/>
            <a:ext cx="1785356" cy="513163"/>
          </a:xfrm>
          <a:prstGeom prst="rect">
            <a:avLst/>
          </a:prstGeom>
          <a:noFill/>
        </p:spPr>
        <p:txBody>
          <a:bodyPr wrap="square" rIns="0" tIns="0" bIns="0">
            <a:spAutoFit/>
          </a:bodyPr>
          <a:lstStyle/>
          <a:p>
            <a:pPr>
              <a:lnSpc>
                <a:spcPct val="90000"/>
              </a:lnSpc>
            </a:pPr>
            <a:r>
              <a:rPr lang="ru-RU" b="1" sz="1400">
                <a:solidFill>
                  <a:srgbClr val="4B0E73"/>
                </a:solidFill>
              </a:rPr>
              <a:t>Лихатин</a:t>
            </a:r>
          </a:p>
          <a:p>
            <a:pPr>
              <a:lnSpc>
                <a:spcPct val="90000"/>
              </a:lnSpc>
            </a:pPr>
            <a:r>
              <a:rPr lang="ru-RU" b="1" sz="1400">
                <a:solidFill>
                  <a:srgbClr val="4B0E73"/>
                </a:solidFill>
              </a:rPr>
              <a:t>Андрей</a:t>
            </a:r>
          </a:p>
        </p:txBody>
      </p:sp>
      <p:sp>
        <p:nvSpPr>
          <p:cNvPr id="71" name="TextBox 70"/>
          <p:cNvSpPr txBox="1"/>
          <p:nvPr/>
        </p:nvSpPr>
        <p:spPr>
          <a:xfrm>
            <a:off x="8629904" y="3418955"/>
            <a:ext cx="1808461" cy="513163"/>
          </a:xfrm>
          <a:prstGeom prst="rect">
            <a:avLst/>
          </a:prstGeom>
          <a:noFill/>
        </p:spPr>
        <p:txBody>
          <a:bodyPr wrap="square" rIns="0" tIns="0" bIns="0">
            <a:spAutoFit/>
          </a:bodyPr>
          <a:lstStyle/>
          <a:p>
            <a:pPr>
              <a:lnSpc>
                <a:spcPct val="90000"/>
              </a:lnSpc>
            </a:pPr>
            <a:r>
              <a:rPr lang="ru-RU" b="1" sz="1400">
                <a:solidFill>
                  <a:srgbClr val="4B0E73"/>
                </a:solidFill>
              </a:rPr>
              <a:t>Голубев</a:t>
            </a:r>
          </a:p>
          <a:p>
            <a:pPr>
              <a:lnSpc>
                <a:spcPct val="90000"/>
              </a:lnSpc>
            </a:pPr>
            <a:r>
              <a:rPr lang="ru-RU" b="1" sz="1400">
                <a:solidFill>
                  <a:srgbClr val="4B0E73"/>
                </a:solidFill>
              </a:rPr>
              <a:t>Павел</a:t>
            </a:r>
          </a:p>
        </p:txBody>
      </p:sp>
      <p:sp>
        <p:nvSpPr>
          <p:cNvPr id="73" name="TextBox 72"/>
          <p:cNvSpPr txBox="1"/>
          <p:nvPr/>
        </p:nvSpPr>
        <p:spPr>
          <a:xfrm>
            <a:off x="10363200" y="0"/>
            <a:ext cx="1706880" cy="201168"/>
          </a:xfrm>
          <a:prstGeom prst="rect">
            <a:avLst/>
          </a:prstGeom>
          <a:noFill/>
        </p:spPr>
        <p:txBody>
          <a:bodyPr wrap="none">
            <a:spAutoFit/>
          </a:bodyPr>
          <a:lstStyle/>
          <a:p>
            <a:pPr algn="l">
              <a:defRPr sz="800" b="0">
                <a:solidFill>
                  <a:srgbClr val="17171C"/>
                </a:solidFill>
                <a:latin typeface="Arial"/>
              </a:defRPr>
            </a:pPr>
            <a:r>
              <a:t>ЧЕРНОВИК/16.10</a:t>
            </a:r>
          </a:p>
        </p:txBody>
      </p:sp>
    </p:spTree>
    <p:extLst>
      <p:ext uri="{BB962C8B-B14F-4D97-AF65-F5344CB8AC3E}">
        <p14:creationId xmlns:p14="http://schemas.microsoft.com/office/powerpoint/2010/main" val="922147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112D283-FCC2-40D9-9CEA-EF1BD3595E15}"/>
            </a:ext>
          </a:extLst>
        </p:cNvPr>
        <p:cNvGrpSpPr/>
        <p:nvPr/>
      </p:nvGrpSpPr>
      <p:grpSpPr>
        <a:xfrm>
          <a:off x="0" y="0"/>
          <a:ext cx="0" cy="0"/>
          <a:chOff x="0" y="0"/>
          <a:chExt cx="0" cy="0"/>
        </a:xfrm>
      </p:grpSpPr>
      <p:sp>
        <p:nvSpPr>
          <p:cNvPr id="2" name="Скругленный прямоугольник 1">
            <a:extLst>
              <a:ext uri="{FF2B5EF4-FFF2-40B4-BE49-F238E27FC236}">
                <a16:creationId xmlns:a16="http://schemas.microsoft.com/office/drawing/2014/main" id="{9376089D-9A77-730A-ADAF-A685C17F1AED}"/>
              </a:ext>
            </a:extLst>
          </p:cNvPr>
          <p:cNvSpPr/>
          <p:nvPr/>
        </p:nvSpPr>
        <p:spPr>
          <a:xfrm>
            <a:off x="346075" y="324562"/>
            <a:ext cx="3952656" cy="620919"/>
          </a:xfrm>
          <a:prstGeom prst="roundRect">
            <a:avLst>
              <a:gd name="adj" fmla="val 1870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ru-RU" b="1" dirty="0">
              <a:solidFill>
                <a:schemeClr val="accent2"/>
              </a:solidFill>
            </a:endParaRPr>
          </a:p>
        </p:txBody>
      </p:sp>
      <p:sp>
        <p:nvSpPr>
          <p:cNvPr id="18" name="Номер слайда 17">
            <a:extLst>
              <a:ext uri="{FF2B5EF4-FFF2-40B4-BE49-F238E27FC236}">
                <a16:creationId xmlns:a16="http://schemas.microsoft.com/office/drawing/2014/main" id="{74006CB4-BD4D-EF41-3DCA-EDB126B8489E}"/>
              </a:ext>
            </a:extLst>
          </p:cNvPr>
          <p:cNvSpPr>
            <a:spLocks noGrp="1"/>
          </p:cNvSpPr>
          <p:nvPr>
            <p:ph type="sldNum" sz="quarter" idx="4"/>
          </p:nvPr>
        </p:nvSpPr>
        <p:spPr/>
        <p:txBody>
          <a:bodyPr/>
          <a:lstStyle/>
          <a:p>
            <a:fld id="{52DCC5B9-D646-4B76-891F-6FF4E74E9CB4}" type="slidenum">
              <a:rPr lang="ru-RU" smtClean="0">
                <a:solidFill>
                  <a:schemeClr val="accent5"/>
                </a:solidFill>
              </a:rPr>
              <a:pPr/>
              <a:t>10</a:t>
            </a:fld>
            <a:endParaRPr lang="ru-RU" dirty="0">
              <a:solidFill>
                <a:schemeClr val="accent5"/>
              </a:solidFill>
            </a:endParaRPr>
          </a:p>
        </p:txBody>
      </p:sp>
      <p:sp>
        <p:nvSpPr>
          <p:cNvPr id="7" name="Заголовок 6">
            <a:extLst>
              <a:ext uri="{FF2B5EF4-FFF2-40B4-BE49-F238E27FC236}">
                <a16:creationId xmlns:a16="http://schemas.microsoft.com/office/drawing/2014/main" id="{9F7DE1A9-1AD8-0498-5446-8F5D409119D0}"/>
              </a:ext>
            </a:extLst>
          </p:cNvPr>
          <p:cNvSpPr>
            <a:spLocks noGrp="1"/>
          </p:cNvSpPr>
          <p:nvPr>
            <p:ph type="title"/>
          </p:nvPr>
        </p:nvSpPr>
        <p:spPr>
          <a:xfrm>
            <a:off x="507849" y="449787"/>
            <a:ext cx="9862734" cy="376138"/>
          </a:xfrm>
        </p:spPr>
        <p:txBody>
          <a:bodyPr/>
          <a:lstStyle/>
          <a:p>
            <a:pPr/>
            <a:r>
              <a:rPr lang="ru-RU">
                <a:latin typeface="+mn-lt"/>
              </a:rPr>
              <a:t>ИСТОРИЯ КОМАНДЫ</a:t>
            </a:r>
          </a:p>
        </p:txBody>
      </p:sp>
      <p:sp>
        <p:nvSpPr>
          <p:cNvPr id="37" name="Текст 8">
            <a:extLst>
              <a:ext uri="{FF2B5EF4-FFF2-40B4-BE49-F238E27FC236}">
                <a16:creationId xmlns:a16="http://schemas.microsoft.com/office/drawing/2014/main" id="{C7B87D78-5037-F48A-F05C-8E80D4A5A4D0}"/>
              </a:ext>
            </a:extLst>
          </p:cNvPr>
          <p:cNvSpPr>
            <a:spLocks noGrp="1"/>
          </p:cNvSpPr>
          <p:nvPr>
            <p:ph type="body" sz="quarter" idx="27"/>
          </p:nvPr>
        </p:nvSpPr>
        <p:spPr>
          <a:xfrm>
            <a:off x="533607" y="1602273"/>
            <a:ext cx="4425822" cy="934263"/>
          </a:xfrm>
        </p:spPr>
        <p:txBody>
          <a:bodyPr>
            <a:normAutofit/>
          </a:bodyPr>
          <a:lstStyle/>
          <a:p>
            <a:pPr marL="0" indent="0">
              <a:lnSpc>
                <a:spcPct val="100000"/>
              </a:lnSpc>
              <a:buNone/>
            </a:pPr>
            <a:r>
              <a:rPr lang="ru-RU" sz="1500">
                <a:solidFill>
                  <a:schemeClr val="tx1"/>
                </a:solidFill>
              </a:rPr>
              <a:t>Четыре роли: ROS 2 и интеграция, визуализация, компьютерное зрение, данные и тесты.</a:t>
            </a:r>
          </a:p>
        </p:txBody>
      </p:sp>
      <p:sp>
        <p:nvSpPr>
          <p:cNvPr id="38" name="Текст 8">
            <a:extLst>
              <a:ext uri="{FF2B5EF4-FFF2-40B4-BE49-F238E27FC236}">
                <a16:creationId xmlns:a16="http://schemas.microsoft.com/office/drawing/2014/main" id="{BAD76A99-219B-023F-35AA-74EDFF6A51FC}"/>
              </a:ext>
            </a:extLst>
          </p:cNvPr>
          <p:cNvSpPr txBox="1">
            <a:spLocks/>
          </p:cNvSpPr>
          <p:nvPr/>
        </p:nvSpPr>
        <p:spPr>
          <a:xfrm>
            <a:off x="533607" y="1279645"/>
            <a:ext cx="2990173" cy="353935"/>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marL="0" indent="0">
              <a:lnSpc>
                <a:spcPct val="100000"/>
              </a:lnSpc>
              <a:buNone/>
            </a:pPr>
            <a:r>
              <a:rPr lang="ru-RU" b="1" dirty="0">
                <a:solidFill>
                  <a:schemeClr val="accent5"/>
                </a:solidFill>
              </a:rPr>
              <a:t>Краткая история команды:</a:t>
            </a:r>
          </a:p>
        </p:txBody>
      </p:sp>
      <p:sp>
        <p:nvSpPr>
          <p:cNvPr id="40" name="Текст 8">
            <a:extLst>
              <a:ext uri="{FF2B5EF4-FFF2-40B4-BE49-F238E27FC236}">
                <a16:creationId xmlns:a16="http://schemas.microsoft.com/office/drawing/2014/main" id="{A812662F-49C9-0A37-1671-EE5E187C65D2}"/>
              </a:ext>
            </a:extLst>
          </p:cNvPr>
          <p:cNvSpPr txBox="1">
            <a:spLocks/>
          </p:cNvSpPr>
          <p:nvPr/>
        </p:nvSpPr>
        <p:spPr>
          <a:xfrm>
            <a:off x="533607" y="5139255"/>
            <a:ext cx="7318749" cy="1055362"/>
          </a:xfrm>
          <a:prstGeom prst="rect">
            <a:avLst/>
          </a:prstGeom>
          <a:ln>
            <a:noFill/>
          </a:ln>
        </p:spPr>
        <p:txBody>
          <a:bodyPr vert="horz" lIns="91440" tIns="45720" rIns="91440" bIns="45720" rtlCol="0">
            <a:no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marL="0" indent="0">
              <a:lnSpc>
                <a:spcPct val="100000"/>
              </a:lnSpc>
              <a:buNone/>
            </a:pPr>
            <a:r>
              <a:rPr lang="ru-RU" sz="1500">
                <a:solidFill>
                  <a:schemeClr val="tx1"/>
                </a:solidFill>
              </a:rPr>
              <a:t>Идеи других команд: 8 проверили, 5 отклонили, 3 включили. Одно правило выключили после своей проверки: оно скрывало кабель. Изменения — через шлюз.</a:t>
            </a:r>
          </a:p>
        </p:txBody>
      </p:sp>
      <p:sp>
        <p:nvSpPr>
          <p:cNvPr id="41" name="Текст 8">
            <a:extLst>
              <a:ext uri="{FF2B5EF4-FFF2-40B4-BE49-F238E27FC236}">
                <a16:creationId xmlns:a16="http://schemas.microsoft.com/office/drawing/2014/main" id="{1AF2119E-43D8-37AF-C511-A59B0DD883B0}"/>
              </a:ext>
            </a:extLst>
          </p:cNvPr>
          <p:cNvSpPr txBox="1">
            <a:spLocks/>
          </p:cNvSpPr>
          <p:nvPr/>
        </p:nvSpPr>
        <p:spPr>
          <a:xfrm>
            <a:off x="533608" y="4571473"/>
            <a:ext cx="6438692" cy="629056"/>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marL="0" indent="0">
              <a:lnSpc>
                <a:spcPct val="110000"/>
              </a:lnSpc>
              <a:buNone/>
            </a:pPr>
            <a:r>
              <a:rPr lang="ru-RU" b="1" dirty="0">
                <a:solidFill>
                  <a:schemeClr val="accent5"/>
                </a:solidFill>
              </a:rPr>
              <a:t>С какими основными сложностями или вызовами </a:t>
            </a:r>
            <a:br>
              <a:rPr lang="ru-RU" b="1" dirty="0">
                <a:solidFill>
                  <a:schemeClr val="accent5"/>
                </a:solidFill>
              </a:rPr>
            </a:br>
            <a:r>
              <a:rPr lang="ru-RU" b="1" dirty="0">
                <a:solidFill>
                  <a:schemeClr val="accent5"/>
                </a:solidFill>
              </a:rPr>
              <a:t>вы столкнулись и как их преодолели?</a:t>
            </a:r>
          </a:p>
        </p:txBody>
      </p:sp>
      <p:sp>
        <p:nvSpPr>
          <p:cNvPr id="43" name="Текст 8">
            <a:extLst>
              <a:ext uri="{FF2B5EF4-FFF2-40B4-BE49-F238E27FC236}">
                <a16:creationId xmlns:a16="http://schemas.microsoft.com/office/drawing/2014/main" id="{819ADE62-86A0-41CF-FEBE-6AC207E6AB95}"/>
              </a:ext>
            </a:extLst>
          </p:cNvPr>
          <p:cNvSpPr txBox="1">
            <a:spLocks/>
          </p:cNvSpPr>
          <p:nvPr/>
        </p:nvSpPr>
        <p:spPr>
          <a:xfrm>
            <a:off x="533607" y="3429000"/>
            <a:ext cx="4945565" cy="1078529"/>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marL="0" indent="0">
              <a:lnSpc>
                <a:spcPct val="100000"/>
              </a:lnSpc>
              <a:buNone/>
            </a:pPr>
            <a:r>
              <a:rPr lang="ru-RU" sz="1500">
                <a:solidFill>
                  <a:schemeClr val="tx1"/>
                </a:solidFill>
              </a:rPr>
              <a:t>Реальных препятствий мало. Ищем отклонения от геометрии тоннеля; синтетические объекты проверяем на реальных фонах.</a:t>
            </a:r>
          </a:p>
        </p:txBody>
      </p:sp>
      <p:sp>
        <p:nvSpPr>
          <p:cNvPr id="44" name="Текст 8">
            <a:extLst>
              <a:ext uri="{FF2B5EF4-FFF2-40B4-BE49-F238E27FC236}">
                <a16:creationId xmlns:a16="http://schemas.microsoft.com/office/drawing/2014/main" id="{A0EBDB05-E223-F4C0-4AF4-743B80D718E1}"/>
              </a:ext>
            </a:extLst>
          </p:cNvPr>
          <p:cNvSpPr txBox="1">
            <a:spLocks/>
          </p:cNvSpPr>
          <p:nvPr/>
        </p:nvSpPr>
        <p:spPr>
          <a:xfrm>
            <a:off x="533607" y="2900091"/>
            <a:ext cx="5629858" cy="528909"/>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marL="0" indent="0">
              <a:lnSpc>
                <a:spcPct val="100000"/>
              </a:lnSpc>
              <a:buNone/>
            </a:pPr>
            <a:r>
              <a:rPr lang="ru-RU" b="1" dirty="0">
                <a:solidFill>
                  <a:schemeClr val="accent5"/>
                </a:solidFill>
              </a:rPr>
              <a:t>Почему вы выбрали именно эту задачу </a:t>
            </a:r>
            <a:br>
              <a:rPr lang="ru-RU" b="1" dirty="0">
                <a:solidFill>
                  <a:schemeClr val="accent5"/>
                </a:solidFill>
              </a:rPr>
            </a:br>
            <a:r>
              <a:rPr lang="ru-RU" b="1" dirty="0">
                <a:solidFill>
                  <a:schemeClr val="accent5"/>
                </a:solidFill>
              </a:rPr>
              <a:t>из предложенных на хакатоне?</a:t>
            </a:r>
          </a:p>
        </p:txBody>
      </p:sp>
      <p:cxnSp>
        <p:nvCxnSpPr>
          <p:cNvPr id="5" name="Прямая соединительная линия 4">
            <a:extLst>
              <a:ext uri="{FF2B5EF4-FFF2-40B4-BE49-F238E27FC236}">
                <a16:creationId xmlns:a16="http://schemas.microsoft.com/office/drawing/2014/main" id="{8462540F-CBE5-F86F-AD60-3D1A03F73EED}"/>
              </a:ext>
            </a:extLst>
          </p:cNvPr>
          <p:cNvCxnSpPr>
            <a:cxnSpLocks/>
          </p:cNvCxnSpPr>
          <p:nvPr/>
        </p:nvCxnSpPr>
        <p:spPr>
          <a:xfrm>
            <a:off x="623888" y="2745691"/>
            <a:ext cx="11233150" cy="0"/>
          </a:xfrm>
          <a:prstGeom prst="line">
            <a:avLst/>
          </a:prstGeom>
          <a:ln>
            <a:solidFill>
              <a:schemeClr val="accent1"/>
            </a:solidFill>
          </a:ln>
        </p:spPr>
        <p:style>
          <a:lnRef idx="1">
            <a:schemeClr val="accent2"/>
          </a:lnRef>
          <a:fillRef idx="0">
            <a:schemeClr val="accent2"/>
          </a:fillRef>
          <a:effectRef idx="0">
            <a:schemeClr val="accent2"/>
          </a:effectRef>
          <a:fontRef idx="minor">
            <a:schemeClr val="tx1"/>
          </a:fontRef>
        </p:style>
      </p:cxnSp>
      <p:cxnSp>
        <p:nvCxnSpPr>
          <p:cNvPr id="6" name="Прямая соединительная линия 5">
            <a:extLst>
              <a:ext uri="{FF2B5EF4-FFF2-40B4-BE49-F238E27FC236}">
                <a16:creationId xmlns:a16="http://schemas.microsoft.com/office/drawing/2014/main" id="{43B6B201-8F98-911C-C812-B6DD350A7909}"/>
              </a:ext>
            </a:extLst>
          </p:cNvPr>
          <p:cNvCxnSpPr>
            <a:cxnSpLocks/>
          </p:cNvCxnSpPr>
          <p:nvPr/>
        </p:nvCxnSpPr>
        <p:spPr>
          <a:xfrm>
            <a:off x="623888" y="4407066"/>
            <a:ext cx="11233150" cy="0"/>
          </a:xfrm>
          <a:prstGeom prst="line">
            <a:avLst/>
          </a:prstGeom>
          <a:ln>
            <a:solidFill>
              <a:schemeClr val="accent1"/>
            </a:solidFill>
          </a:ln>
        </p:spPr>
        <p:style>
          <a:lnRef idx="1">
            <a:schemeClr val="accent2"/>
          </a:lnRef>
          <a:fillRef idx="0">
            <a:schemeClr val="accent2"/>
          </a:fillRef>
          <a:effectRef idx="0">
            <a:schemeClr val="accent2"/>
          </a:effectRef>
          <a:fontRef idx="minor">
            <a:schemeClr val="tx1"/>
          </a:fontRef>
        </p:style>
      </p:cxnSp>
      <p:cxnSp>
        <p:nvCxnSpPr>
          <p:cNvPr id="8" name="Прямая соединительная линия 7">
            <a:extLst>
              <a:ext uri="{FF2B5EF4-FFF2-40B4-BE49-F238E27FC236}">
                <a16:creationId xmlns:a16="http://schemas.microsoft.com/office/drawing/2014/main" id="{935A7CAA-85B0-3D33-9D92-74AF00456FDE}"/>
              </a:ext>
            </a:extLst>
          </p:cNvPr>
          <p:cNvCxnSpPr>
            <a:cxnSpLocks/>
          </p:cNvCxnSpPr>
          <p:nvPr/>
        </p:nvCxnSpPr>
        <p:spPr>
          <a:xfrm>
            <a:off x="623888" y="1110074"/>
            <a:ext cx="11233150" cy="0"/>
          </a:xfrm>
          <a:prstGeom prst="line">
            <a:avLst/>
          </a:prstGeom>
          <a:ln>
            <a:solidFill>
              <a:schemeClr val="accent1"/>
            </a:solidFill>
          </a:ln>
        </p:spPr>
        <p:style>
          <a:lnRef idx="1">
            <a:schemeClr val="accent2"/>
          </a:lnRef>
          <a:fillRef idx="0">
            <a:schemeClr val="accent2"/>
          </a:fillRef>
          <a:effectRef idx="0">
            <a:schemeClr val="accent2"/>
          </a:effectRef>
          <a:fontRef idx="minor">
            <a:schemeClr val="tx1"/>
          </a:fontRef>
        </p:style>
      </p:cxnSp>
      <p:sp>
        <p:nvSpPr>
          <p:cNvPr id="9" name="Текст 8">
            <a:extLst>
              <a:ext uri="{FF2B5EF4-FFF2-40B4-BE49-F238E27FC236}">
                <a16:creationId xmlns:a16="http://schemas.microsoft.com/office/drawing/2014/main" id="{DE3DBF43-8386-18C6-2DBB-93FBC617A211}"/>
              </a:ext>
            </a:extLst>
          </p:cNvPr>
          <p:cNvSpPr txBox="1">
            <a:spLocks/>
          </p:cNvSpPr>
          <p:nvPr/>
        </p:nvSpPr>
        <p:spPr>
          <a:xfrm>
            <a:off x="11015788" y="1279645"/>
            <a:ext cx="956838" cy="353935"/>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marL="0" indent="0" algn="r">
              <a:buNone/>
            </a:pPr>
            <a:r>
              <a:rPr lang="ru-RU" b="1" dirty="0">
                <a:solidFill>
                  <a:schemeClr val="accent5"/>
                </a:solidFill>
              </a:rPr>
              <a:t>01</a:t>
            </a:r>
          </a:p>
        </p:txBody>
      </p:sp>
      <p:sp>
        <p:nvSpPr>
          <p:cNvPr id="11" name="Текст 8">
            <a:extLst>
              <a:ext uri="{FF2B5EF4-FFF2-40B4-BE49-F238E27FC236}">
                <a16:creationId xmlns:a16="http://schemas.microsoft.com/office/drawing/2014/main" id="{1C998835-697E-638C-C9A8-992A3CFE1585}"/>
              </a:ext>
            </a:extLst>
          </p:cNvPr>
          <p:cNvSpPr txBox="1">
            <a:spLocks/>
          </p:cNvSpPr>
          <p:nvPr/>
        </p:nvSpPr>
        <p:spPr>
          <a:xfrm>
            <a:off x="11015788" y="2900091"/>
            <a:ext cx="930595" cy="528909"/>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marL="0" indent="0" algn="r">
              <a:lnSpc>
                <a:spcPct val="100000"/>
              </a:lnSpc>
              <a:buNone/>
            </a:pPr>
            <a:r>
              <a:rPr lang="ru-RU" b="1" dirty="0">
                <a:solidFill>
                  <a:schemeClr val="accent5"/>
                </a:solidFill>
              </a:rPr>
              <a:t>02</a:t>
            </a:r>
          </a:p>
        </p:txBody>
      </p:sp>
      <p:sp>
        <p:nvSpPr>
          <p:cNvPr id="12" name="Текст 8">
            <a:extLst>
              <a:ext uri="{FF2B5EF4-FFF2-40B4-BE49-F238E27FC236}">
                <a16:creationId xmlns:a16="http://schemas.microsoft.com/office/drawing/2014/main" id="{63CDAC47-57C1-8743-C534-E78438BFEAB6}"/>
              </a:ext>
            </a:extLst>
          </p:cNvPr>
          <p:cNvSpPr txBox="1">
            <a:spLocks/>
          </p:cNvSpPr>
          <p:nvPr/>
        </p:nvSpPr>
        <p:spPr>
          <a:xfrm>
            <a:off x="11015788" y="4571473"/>
            <a:ext cx="930596" cy="567782"/>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marL="0" indent="0" algn="r">
              <a:lnSpc>
                <a:spcPct val="100000"/>
              </a:lnSpc>
              <a:buNone/>
            </a:pPr>
            <a:r>
              <a:rPr lang="ru-RU" b="1" dirty="0">
                <a:solidFill>
                  <a:schemeClr val="accent5"/>
                </a:solidFill>
              </a:rPr>
              <a:t>03</a:t>
            </a:r>
          </a:p>
        </p:txBody>
      </p:sp>
      <p:sp>
        <p:nvSpPr>
          <p:cNvPr id="45" name="TextBox 44"/>
          <p:cNvSpPr txBox="1"/>
          <p:nvPr/>
        </p:nvSpPr>
        <p:spPr>
          <a:xfrm>
            <a:off x="10363200" y="0"/>
            <a:ext cx="1706880" cy="201168"/>
          </a:xfrm>
          <a:prstGeom prst="rect">
            <a:avLst/>
          </a:prstGeom>
          <a:noFill/>
        </p:spPr>
        <p:txBody>
          <a:bodyPr wrap="none">
            <a:spAutoFit/>
          </a:bodyPr>
          <a:lstStyle/>
          <a:p>
            <a:pPr algn="l">
              <a:defRPr sz="800" b="0">
                <a:solidFill>
                  <a:srgbClr val="17171C"/>
                </a:solidFill>
                <a:latin typeface="Arial"/>
              </a:defRPr>
            </a:pPr>
            <a:r>
              <a:t>ЧЕРНОВИК/16.10</a:t>
            </a:r>
          </a:p>
        </p:txBody>
      </p:sp>
    </p:spTree>
    <p:extLst>
      <p:ext uri="{BB962C8B-B14F-4D97-AF65-F5344CB8AC3E}">
        <p14:creationId xmlns:p14="http://schemas.microsoft.com/office/powerpoint/2010/main" val="2035511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AD51DE2-6F1E-2FB8-52A8-A597ED4D8FF9}"/>
            </a:ext>
          </a:extLst>
        </p:cNvPr>
        <p:cNvGrpSpPr/>
        <p:nvPr/>
      </p:nvGrpSpPr>
      <p:grpSpPr>
        <a:xfrm>
          <a:off x="0" y="0"/>
          <a:ext cx="0" cy="0"/>
          <a:chOff x="0" y="0"/>
          <a:chExt cx="0" cy="0"/>
        </a:xfrm>
      </p:grpSpPr>
      <p:sp>
        <p:nvSpPr>
          <p:cNvPr id="10" name="Скругленный прямоугольник 9">
            <a:extLst>
              <a:ext uri="{FF2B5EF4-FFF2-40B4-BE49-F238E27FC236}">
                <a16:creationId xmlns:a16="http://schemas.microsoft.com/office/drawing/2014/main" id="{99639827-4B20-41B4-B9A5-E5F859569F5A}"/>
              </a:ext>
            </a:extLst>
          </p:cNvPr>
          <p:cNvSpPr/>
          <p:nvPr/>
        </p:nvSpPr>
        <p:spPr>
          <a:xfrm>
            <a:off x="346075" y="324562"/>
            <a:ext cx="3750912" cy="620919"/>
          </a:xfrm>
          <a:prstGeom prst="roundRect">
            <a:avLst>
              <a:gd name="adj" fmla="val 1870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ru-RU" b="1" dirty="0">
              <a:solidFill>
                <a:schemeClr val="accent2"/>
              </a:solidFill>
            </a:endParaRPr>
          </a:p>
        </p:txBody>
      </p:sp>
      <p:sp>
        <p:nvSpPr>
          <p:cNvPr id="24" name="Скругленный прямоугольник 23">
            <a:extLst>
              <a:ext uri="{FF2B5EF4-FFF2-40B4-BE49-F238E27FC236}">
                <a16:creationId xmlns:a16="http://schemas.microsoft.com/office/drawing/2014/main" id="{D6D9A41E-4495-E50B-97DA-5E654B99A15A}"/>
              </a:ext>
            </a:extLst>
          </p:cNvPr>
          <p:cNvSpPr/>
          <p:nvPr/>
        </p:nvSpPr>
        <p:spPr>
          <a:xfrm>
            <a:off x="6230774" y="1211284"/>
            <a:ext cx="5440313" cy="4989492"/>
          </a:xfrm>
          <a:prstGeom prst="roundRect">
            <a:avLst>
              <a:gd name="adj" fmla="val 3865"/>
            </a:avLst>
          </a:prstGeom>
          <a:solidFill>
            <a:schemeClr val="bg1"/>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ctr"/>
            <a:endParaRPr lang="ru-RU" b="1" dirty="0">
              <a:solidFill>
                <a:schemeClr val="accent2"/>
              </a:solidFill>
            </a:endParaRPr>
          </a:p>
        </p:txBody>
      </p:sp>
      <p:sp>
        <p:nvSpPr>
          <p:cNvPr id="27" name="Скругленный прямоугольник 26">
            <a:extLst>
              <a:ext uri="{FF2B5EF4-FFF2-40B4-BE49-F238E27FC236}">
                <a16:creationId xmlns:a16="http://schemas.microsoft.com/office/drawing/2014/main" id="{4205FFC6-B5B1-7076-639B-E4DAFE652AFA}"/>
              </a:ext>
            </a:extLst>
          </p:cNvPr>
          <p:cNvSpPr/>
          <p:nvPr/>
        </p:nvSpPr>
        <p:spPr>
          <a:xfrm>
            <a:off x="346076" y="1211284"/>
            <a:ext cx="5440313" cy="4989492"/>
          </a:xfrm>
          <a:prstGeom prst="roundRect">
            <a:avLst>
              <a:gd name="adj" fmla="val 3407"/>
            </a:avLst>
          </a:prstGeom>
          <a:solidFill>
            <a:schemeClr val="bg1"/>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ctr"/>
            <a:endParaRPr lang="ru-RU" b="1" dirty="0">
              <a:solidFill>
                <a:schemeClr val="accent2"/>
              </a:solidFill>
            </a:endParaRPr>
          </a:p>
        </p:txBody>
      </p:sp>
      <p:sp>
        <p:nvSpPr>
          <p:cNvPr id="21" name="Номер слайда 20">
            <a:extLst>
              <a:ext uri="{FF2B5EF4-FFF2-40B4-BE49-F238E27FC236}">
                <a16:creationId xmlns:a16="http://schemas.microsoft.com/office/drawing/2014/main" id="{889AB292-D098-2ABD-0429-89B4EFAD43B8}"/>
              </a:ext>
            </a:extLst>
          </p:cNvPr>
          <p:cNvSpPr>
            <a:spLocks noGrp="1"/>
          </p:cNvSpPr>
          <p:nvPr>
            <p:ph type="sldNum" sz="quarter" idx="4"/>
          </p:nvPr>
        </p:nvSpPr>
        <p:spPr/>
        <p:txBody>
          <a:bodyPr/>
          <a:lstStyle/>
          <a:p>
            <a:fld id="{52DCC5B9-D646-4B76-891F-6FF4E74E9CB4}" type="slidenum">
              <a:rPr lang="ru-RU" smtClean="0">
                <a:solidFill>
                  <a:schemeClr val="bg1"/>
                </a:solidFill>
              </a:rPr>
              <a:pPr/>
              <a:t>11</a:t>
            </a:fld>
            <a:endParaRPr lang="ru-RU" dirty="0">
              <a:solidFill>
                <a:schemeClr val="bg1"/>
              </a:solidFill>
            </a:endParaRPr>
          </a:p>
        </p:txBody>
      </p:sp>
      <p:sp>
        <p:nvSpPr>
          <p:cNvPr id="3" name="Текст 2">
            <a:extLst>
              <a:ext uri="{FF2B5EF4-FFF2-40B4-BE49-F238E27FC236}">
                <a16:creationId xmlns:a16="http://schemas.microsoft.com/office/drawing/2014/main" id="{B2BA7842-46FE-F786-9D85-92BBE62C549A}"/>
              </a:ext>
            </a:extLst>
          </p:cNvPr>
          <p:cNvSpPr>
            <a:spLocks noGrp="1"/>
          </p:cNvSpPr>
          <p:nvPr>
            <p:ph type="body" sz="quarter" idx="38"/>
          </p:nvPr>
        </p:nvSpPr>
        <p:spPr>
          <a:xfrm>
            <a:off x="589493" y="1920927"/>
            <a:ext cx="4929861" cy="3868581"/>
          </a:xfrm>
        </p:spPr>
        <p:txBody>
          <a:bodyPr>
            <a:normAutofit/>
          </a:bodyPr>
          <a:lstStyle/>
          <a:p>
            <a:pPr>
              <a:spcBef>
                <a:spcPts val="600"/>
              </a:spcBef>
            </a:pPr>
            <a:r>
              <a:rPr lang="ru-RU" sz="1500">
                <a:solidFill>
                  <a:schemeClr val="tx1"/>
                </a:solidFill>
              </a:rPr>
              <a:t>ROS 2 Humble · Python + C++ · Docker · CPU</a:t>
            </a:r>
          </a:p>
          <a:p>
            <a:pPr>
              <a:spcBef>
                <a:spcPts val="600"/>
              </a:spcBef>
            </a:pPr>
            <a:r>
              <a:rPr lang="ru-RU" sz="1500">
                <a:solidFill>
                  <a:schemeClr val="tx1"/>
                </a:solidFill>
              </a:rPr>
              <a:t>PointCloud2 → модель пути → габарит 2,1 × 3,0 м → кластеры</a:t>
            </a:r>
          </a:p>
          <a:p>
            <a:pPr>
              <a:spcBef>
                <a:spcPts val="600"/>
              </a:spcBef>
            </a:pPr>
            <a:r>
              <a:rPr lang="ru-RU" sz="1500">
                <a:solidFill>
                  <a:schemeClr val="tx1"/>
                </a:solidFill>
              </a:rPr>
              <a:t>GO / CAUTION / STOP / FAULT, расстояние, /resense/status</a:t>
            </a:r>
          </a:p>
          <a:p>
            <a:pPr>
              <a:spcBef>
                <a:spcPts val="600"/>
              </a:spcBef>
            </a:pPr>
            <a:r>
              <a:rPr lang="ru-RU" sz="1500">
                <a:solidFill>
                  <a:schemeClr val="tx1"/>
                </a:solidFill>
              </a:rPr>
              <a:t>Подтверждение 0,5 с; пропуски и ложные тревоги возможны</a:t>
            </a:r>
          </a:p>
          <a:p>
            <a:pPr>
              <a:spcBef>
                <a:spcPts val="600"/>
              </a:spcBef>
            </a:pPr>
            <a:r>
              <a:rPr lang="ru-RU" sz="1500">
                <a:solidFill>
                  <a:schemeClr val="tx1"/>
                </a:solidFill>
              </a:rPr>
              <a:t>360°: задержка зависит от машины; см. результаты и заметки</a:t>
            </a:r>
          </a:p>
        </p:txBody>
      </p:sp>
      <p:sp>
        <p:nvSpPr>
          <p:cNvPr id="7" name="Текст 6">
            <a:extLst>
              <a:ext uri="{FF2B5EF4-FFF2-40B4-BE49-F238E27FC236}">
                <a16:creationId xmlns:a16="http://schemas.microsoft.com/office/drawing/2014/main" id="{FADF42A3-53F4-C8E0-2D79-332DAAEB9A8A}"/>
              </a:ext>
            </a:extLst>
          </p:cNvPr>
          <p:cNvSpPr>
            <a:spLocks noGrp="1"/>
          </p:cNvSpPr>
          <p:nvPr>
            <p:ph type="body" sz="quarter" idx="42"/>
          </p:nvPr>
        </p:nvSpPr>
        <p:spPr>
          <a:xfrm>
            <a:off x="6513513" y="1920927"/>
            <a:ext cx="4957144" cy="3876445"/>
          </a:xfrm>
        </p:spPr>
        <p:txBody>
          <a:bodyPr>
            <a:normAutofit/>
          </a:bodyPr>
          <a:lstStyle/>
          <a:p>
            <a:pPr marL="0" indent="0">
              <a:spcBef>
                <a:spcPts val="600"/>
              </a:spcBef>
              <a:buNone/>
            </a:pPr>
            <a:r>
              <a:rPr lang="ru-RU" sz="1500" b="1">
                <a:solidFill>
                  <a:schemeClr val="tx1"/>
                </a:solidFill>
              </a:rPr>
              <a:t>Применение:</a:t>
            </a:r>
            <a:r>
              <a:rPr lang="ru-RU" sz="1500">
                <a:solidFill>
                  <a:schemeClr val="tx1"/>
                </a:solidFill>
              </a:rPr>
              <a:t xml:space="preserve"> контроль габарита поезда</a:t>
            </a:r>
          </a:p>
          <a:p>
            <a:pPr marL="0" indent="0">
              <a:spcBef>
                <a:spcPts val="600"/>
              </a:spcBef>
              <a:buNone/>
            </a:pPr>
            <a:r>
              <a:rPr lang="ru-RU" sz="1500" b="1">
                <a:solidFill>
                  <a:schemeClr val="tx1"/>
                </a:solidFill>
              </a:rPr>
              <a:t>Дальше:</a:t>
            </a:r>
            <a:r>
              <a:rPr lang="ru-RU" sz="1500">
                <a:solidFill>
                  <a:schemeClr val="tx1"/>
                </a:solidFill>
              </a:rPr>
              <a:t xml:space="preserve"> мелкие объекты и новые тоннели</a:t>
            </a:r>
          </a:p>
          <a:p>
            <a:pPr marL="0" indent="0">
              <a:spcBef>
                <a:spcPts val="600"/>
              </a:spcBef>
              <a:buNone/>
            </a:pPr>
            <a:r>
              <a:rPr lang="ru-RU" sz="1500" b="1">
                <a:solidFill>
                  <a:schemeClr val="tx1"/>
                </a:solidFill>
              </a:rPr>
              <a:t>Внедрение:</a:t>
            </a:r>
            <a:r>
              <a:rPr lang="ru-RU" sz="1500">
                <a:solidFill>
                  <a:schemeClr val="tx1"/>
                </a:solidFill>
              </a:rPr>
              <a:t xml:space="preserve"> адаптер торможения — отдельный этап</a:t>
            </a:r>
          </a:p>
        </p:txBody>
      </p:sp>
      <p:sp>
        <p:nvSpPr>
          <p:cNvPr id="14" name="Заголовок 13">
            <a:extLst>
              <a:ext uri="{FF2B5EF4-FFF2-40B4-BE49-F238E27FC236}">
                <a16:creationId xmlns:a16="http://schemas.microsoft.com/office/drawing/2014/main" id="{9ADE5A7A-262A-121D-63C7-92347C3B48DC}"/>
              </a:ext>
            </a:extLst>
          </p:cNvPr>
          <p:cNvSpPr>
            <a:spLocks noGrp="1"/>
          </p:cNvSpPr>
          <p:nvPr>
            <p:ph type="title"/>
          </p:nvPr>
        </p:nvSpPr>
        <p:spPr>
          <a:xfrm>
            <a:off x="525817" y="456851"/>
            <a:ext cx="9862734" cy="376138"/>
          </a:xfrm>
        </p:spPr>
        <p:txBody>
          <a:bodyPr/>
          <a:lstStyle/>
          <a:p>
            <a:r>
              <a:rPr lang="ru-RU" dirty="0"/>
              <a:t>КОРОТКО О РЕШЕНИИ</a:t>
            </a:r>
          </a:p>
        </p:txBody>
      </p:sp>
      <p:sp>
        <p:nvSpPr>
          <p:cNvPr id="15" name="Текст 14">
            <a:extLst>
              <a:ext uri="{FF2B5EF4-FFF2-40B4-BE49-F238E27FC236}">
                <a16:creationId xmlns:a16="http://schemas.microsoft.com/office/drawing/2014/main" id="{26BEC078-5087-6080-D7D6-F5A0B438BDE2}"/>
              </a:ext>
            </a:extLst>
          </p:cNvPr>
          <p:cNvSpPr>
            <a:spLocks noGrp="1"/>
          </p:cNvSpPr>
          <p:nvPr>
            <p:ph type="body" sz="quarter" idx="49"/>
          </p:nvPr>
        </p:nvSpPr>
        <p:spPr>
          <a:xfrm>
            <a:off x="578063" y="1476583"/>
            <a:ext cx="4929861" cy="555147"/>
          </a:xfrm>
        </p:spPr>
        <p:txBody>
          <a:bodyPr/>
          <a:lstStyle/>
          <a:p>
            <a:pPr>
              <a:lnSpc>
                <a:spcPct val="100000"/>
              </a:lnSpc>
            </a:pPr>
            <a:r>
              <a:rPr lang="ru-RU" sz="2000" b="1" dirty="0">
                <a:solidFill>
                  <a:schemeClr val="accent5"/>
                </a:solidFill>
              </a:rPr>
              <a:t>Техническая суть решения</a:t>
            </a:r>
          </a:p>
        </p:txBody>
      </p:sp>
      <p:sp>
        <p:nvSpPr>
          <p:cNvPr id="17" name="Текст 16">
            <a:extLst>
              <a:ext uri="{FF2B5EF4-FFF2-40B4-BE49-F238E27FC236}">
                <a16:creationId xmlns:a16="http://schemas.microsoft.com/office/drawing/2014/main" id="{2859F02A-65ED-43C1-C072-8FCD6772DA35}"/>
              </a:ext>
            </a:extLst>
          </p:cNvPr>
          <p:cNvSpPr>
            <a:spLocks noGrp="1"/>
          </p:cNvSpPr>
          <p:nvPr>
            <p:ph type="body" sz="quarter" idx="51"/>
          </p:nvPr>
        </p:nvSpPr>
        <p:spPr>
          <a:xfrm>
            <a:off x="6513513" y="1476583"/>
            <a:ext cx="5214724" cy="561519"/>
          </a:xfrm>
        </p:spPr>
        <p:txBody>
          <a:bodyPr/>
          <a:lstStyle/>
          <a:p>
            <a:pPr>
              <a:lnSpc>
                <a:spcPct val="100000"/>
              </a:lnSpc>
            </a:pPr>
            <a:r>
              <a:rPr lang="ru-RU" sz="2000" b="1" dirty="0">
                <a:solidFill>
                  <a:schemeClr val="accent5"/>
                </a:solidFill>
              </a:rPr>
              <a:t>Маркетинговая суть решения</a:t>
            </a:r>
          </a:p>
          <a:p>
            <a:pPr>
              <a:lnSpc>
                <a:spcPct val="100000"/>
              </a:lnSpc>
            </a:pPr>
            <a:endParaRPr lang="ru-RU" b="1" dirty="0">
              <a:solidFill>
                <a:schemeClr val="accent5"/>
              </a:solidFill>
            </a:endParaRPr>
          </a:p>
        </p:txBody>
      </p:sp>
      <p:sp>
        <p:nvSpPr>
          <p:cNvPr id="28" name="TextBox 27"/>
          <p:cNvSpPr txBox="1"/>
          <p:nvPr/>
        </p:nvSpPr>
        <p:spPr>
          <a:xfrm>
            <a:off x="10363200" y="0"/>
            <a:ext cx="1706880" cy="201168"/>
          </a:xfrm>
          <a:prstGeom prst="rect">
            <a:avLst/>
          </a:prstGeom>
          <a:noFill/>
        </p:spPr>
        <p:txBody>
          <a:bodyPr wrap="none">
            <a:spAutoFit/>
          </a:bodyPr>
          <a:lstStyle/>
          <a:p>
            <a:pPr algn="l">
              <a:defRPr sz="800" b="0">
                <a:solidFill>
                  <a:srgbClr val="17171C"/>
                </a:solidFill>
                <a:latin typeface="Arial"/>
              </a:defRPr>
            </a:pPr>
            <a:r>
              <a:t>ЧЕРНОВИК/16.10</a:t>
            </a:r>
          </a:p>
        </p:txBody>
      </p:sp>
    </p:spTree>
    <p:extLst>
      <p:ext uri="{BB962C8B-B14F-4D97-AF65-F5344CB8AC3E}">
        <p14:creationId xmlns:p14="http://schemas.microsoft.com/office/powerpoint/2010/main" val="3998776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Скругленный прямоугольник 7">
            <a:extLst>
              <a:ext uri="{FF2B5EF4-FFF2-40B4-BE49-F238E27FC236}">
                <a16:creationId xmlns:a16="http://schemas.microsoft.com/office/drawing/2014/main" id="{1DEBD50A-B557-2D80-C143-F7BE92E03371}"/>
              </a:ext>
            </a:extLst>
          </p:cNvPr>
          <p:cNvSpPr/>
          <p:nvPr/>
        </p:nvSpPr>
        <p:spPr>
          <a:xfrm>
            <a:off x="429141" y="3008209"/>
            <a:ext cx="3728347" cy="3656826"/>
          </a:xfrm>
          <a:prstGeom prst="roundRect">
            <a:avLst>
              <a:gd name="adj" fmla="val 5151"/>
            </a:avLst>
          </a:prstGeom>
          <a:solidFill>
            <a:schemeClr val="bg1"/>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ctr"/>
            <a:endParaRPr lang="ru-RU" b="1" dirty="0">
              <a:solidFill>
                <a:schemeClr val="tx1"/>
              </a:solidFill>
            </a:endParaRPr>
          </a:p>
        </p:txBody>
      </p:sp>
      <p:sp>
        <p:nvSpPr>
          <p:cNvPr id="10" name="Скругленный прямоугольник 9">
            <a:extLst>
              <a:ext uri="{FF2B5EF4-FFF2-40B4-BE49-F238E27FC236}">
                <a16:creationId xmlns:a16="http://schemas.microsoft.com/office/drawing/2014/main" id="{557A70F9-C0E6-46AE-6A65-5343A45A5968}"/>
              </a:ext>
            </a:extLst>
          </p:cNvPr>
          <p:cNvSpPr/>
          <p:nvPr/>
        </p:nvSpPr>
        <p:spPr>
          <a:xfrm>
            <a:off x="4327137" y="3008209"/>
            <a:ext cx="3728347" cy="3656826"/>
          </a:xfrm>
          <a:prstGeom prst="roundRect">
            <a:avLst>
              <a:gd name="adj" fmla="val 5151"/>
            </a:avLst>
          </a:prstGeom>
          <a:solidFill>
            <a:schemeClr val="bg1"/>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ctr"/>
            <a:endParaRPr lang="ru-RU" b="1" dirty="0">
              <a:solidFill>
                <a:schemeClr val="tx1"/>
              </a:solidFill>
            </a:endParaRPr>
          </a:p>
        </p:txBody>
      </p:sp>
      <p:sp>
        <p:nvSpPr>
          <p:cNvPr id="11" name="Скругленный прямоугольник 10">
            <a:extLst>
              <a:ext uri="{FF2B5EF4-FFF2-40B4-BE49-F238E27FC236}">
                <a16:creationId xmlns:a16="http://schemas.microsoft.com/office/drawing/2014/main" id="{81CF4124-313D-FA73-2EF6-2D9FE2D71D5D}"/>
              </a:ext>
            </a:extLst>
          </p:cNvPr>
          <p:cNvSpPr/>
          <p:nvPr/>
        </p:nvSpPr>
        <p:spPr>
          <a:xfrm>
            <a:off x="8225133" y="3008209"/>
            <a:ext cx="3728347" cy="3656826"/>
          </a:xfrm>
          <a:prstGeom prst="roundRect">
            <a:avLst>
              <a:gd name="adj" fmla="val 5151"/>
            </a:avLst>
          </a:prstGeom>
          <a:solidFill>
            <a:schemeClr val="bg1"/>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ctr"/>
            <a:endParaRPr lang="ru-RU" b="1" dirty="0">
              <a:solidFill>
                <a:schemeClr val="tx1"/>
              </a:solidFill>
            </a:endParaRPr>
          </a:p>
        </p:txBody>
      </p:sp>
      <p:sp>
        <p:nvSpPr>
          <p:cNvPr id="2" name="Скругленный прямоугольник 1">
            <a:extLst>
              <a:ext uri="{FF2B5EF4-FFF2-40B4-BE49-F238E27FC236}">
                <a16:creationId xmlns:a16="http://schemas.microsoft.com/office/drawing/2014/main" id="{836BC072-4CEB-1CD2-52FE-02A6094518FB}"/>
              </a:ext>
            </a:extLst>
          </p:cNvPr>
          <p:cNvSpPr/>
          <p:nvPr/>
        </p:nvSpPr>
        <p:spPr>
          <a:xfrm>
            <a:off x="346075" y="324562"/>
            <a:ext cx="4005000" cy="620919"/>
          </a:xfrm>
          <a:prstGeom prst="roundRect">
            <a:avLst>
              <a:gd name="adj" fmla="val 1870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ru-RU" b="1" dirty="0">
              <a:solidFill>
                <a:schemeClr val="accent2"/>
              </a:solidFill>
            </a:endParaRPr>
          </a:p>
        </p:txBody>
      </p:sp>
      <p:sp>
        <p:nvSpPr>
          <p:cNvPr id="17" name="Скругленный прямоугольник 16">
            <a:extLst>
              <a:ext uri="{FF2B5EF4-FFF2-40B4-BE49-F238E27FC236}">
                <a16:creationId xmlns:a16="http://schemas.microsoft.com/office/drawing/2014/main" id="{10651A50-CFFD-C440-F1DF-F703C14C9202}"/>
              </a:ext>
            </a:extLst>
          </p:cNvPr>
          <p:cNvSpPr/>
          <p:nvPr/>
        </p:nvSpPr>
        <p:spPr>
          <a:xfrm>
            <a:off x="5340262" y="1366572"/>
            <a:ext cx="1504594" cy="1401168"/>
          </a:xfrm>
          <a:prstGeom prst="roundRect">
            <a:avLst/>
          </a:prstGeom>
          <a:noFill/>
          <a:ln/>
        </p:spPr>
        <p:style>
          <a:lnRef idx="2">
            <a:schemeClr val="accent1"/>
          </a:lnRef>
          <a:fillRef idx="1">
            <a:schemeClr val="lt1"/>
          </a:fillRef>
          <a:effectRef idx="0">
            <a:schemeClr val="accent1"/>
          </a:effectRef>
          <a:fontRef idx="minor">
            <a:schemeClr val="dk1"/>
          </a:fontRef>
        </p:style>
        <p:txBody>
          <a:bodyPr rtlCol="0" anchor="t"/>
          <a:lstStyle/>
          <a:p>
            <a:pPr algn="ctr"/>
            <a:endParaRPr lang="ru-RU" b="1" dirty="0">
              <a:solidFill>
                <a:schemeClr val="accent2"/>
              </a:solidFill>
            </a:endParaRPr>
          </a:p>
        </p:txBody>
      </p:sp>
      <p:sp>
        <p:nvSpPr>
          <p:cNvPr id="7" name="Скругленный прямоугольник 6">
            <a:extLst>
              <a:ext uri="{FF2B5EF4-FFF2-40B4-BE49-F238E27FC236}">
                <a16:creationId xmlns:a16="http://schemas.microsoft.com/office/drawing/2014/main" id="{2E5EC51C-6A42-A386-6730-F35F8E0CF56A}"/>
              </a:ext>
            </a:extLst>
          </p:cNvPr>
          <p:cNvSpPr/>
          <p:nvPr/>
        </p:nvSpPr>
        <p:spPr>
          <a:xfrm>
            <a:off x="1541018" y="1366572"/>
            <a:ext cx="1504594" cy="1401168"/>
          </a:xfrm>
          <a:prstGeom prst="roundRect">
            <a:avLst/>
          </a:prstGeom>
          <a:noFill/>
          <a:ln/>
        </p:spPr>
        <p:style>
          <a:lnRef idx="2">
            <a:schemeClr val="accent1"/>
          </a:lnRef>
          <a:fillRef idx="1">
            <a:schemeClr val="lt1"/>
          </a:fillRef>
          <a:effectRef idx="0">
            <a:schemeClr val="accent1"/>
          </a:effectRef>
          <a:fontRef idx="minor">
            <a:schemeClr val="dk1"/>
          </a:fontRef>
        </p:style>
        <p:txBody>
          <a:bodyPr rtlCol="0" anchor="t"/>
          <a:lstStyle/>
          <a:p>
            <a:pPr algn="ctr"/>
            <a:endParaRPr lang="ru-RU" b="1" dirty="0">
              <a:solidFill>
                <a:schemeClr val="accent2"/>
              </a:solidFill>
            </a:endParaRPr>
          </a:p>
        </p:txBody>
      </p:sp>
      <p:sp>
        <p:nvSpPr>
          <p:cNvPr id="6" name="Номер слайда 5">
            <a:extLst>
              <a:ext uri="{FF2B5EF4-FFF2-40B4-BE49-F238E27FC236}">
                <a16:creationId xmlns:a16="http://schemas.microsoft.com/office/drawing/2014/main" id="{20C532ED-B059-4872-93FE-25291054D3DA}"/>
              </a:ext>
            </a:extLst>
          </p:cNvPr>
          <p:cNvSpPr>
            <a:spLocks noGrp="1"/>
          </p:cNvSpPr>
          <p:nvPr>
            <p:ph type="sldNum" sz="quarter" idx="4"/>
          </p:nvPr>
        </p:nvSpPr>
        <p:spPr/>
        <p:txBody>
          <a:bodyPr/>
          <a:lstStyle/>
          <a:p>
            <a:fld id="{52DCC5B9-D646-4B76-891F-6FF4E74E9CB4}" type="slidenum">
              <a:rPr lang="ru-RU" smtClean="0">
                <a:solidFill>
                  <a:schemeClr val="accent5"/>
                </a:solidFill>
              </a:rPr>
              <a:pPr/>
              <a:t>24</a:t>
            </a:fld>
            <a:endParaRPr lang="ru-RU" dirty="0">
              <a:solidFill>
                <a:schemeClr val="accent5"/>
              </a:solidFill>
            </a:endParaRPr>
          </a:p>
        </p:txBody>
      </p:sp>
      <p:sp>
        <p:nvSpPr>
          <p:cNvPr id="3" name="Текст 2">
            <a:extLst>
              <a:ext uri="{FF2B5EF4-FFF2-40B4-BE49-F238E27FC236}">
                <a16:creationId xmlns:a16="http://schemas.microsoft.com/office/drawing/2014/main" id="{908DB357-2788-42D4-93E8-1AB12DB2EE48}"/>
              </a:ext>
            </a:extLst>
          </p:cNvPr>
          <p:cNvSpPr>
            <a:spLocks noGrp="1"/>
          </p:cNvSpPr>
          <p:nvPr>
            <p:ph type="body" sz="quarter" idx="26"/>
          </p:nvPr>
        </p:nvSpPr>
        <p:spPr>
          <a:xfrm>
            <a:off x="616304" y="3286814"/>
            <a:ext cx="3264113" cy="2375115"/>
          </a:xfrm>
          <a:prstGeom prst="roundRect">
            <a:avLst>
              <a:gd name="adj" fmla="val 0"/>
            </a:avLst>
          </a:prstGeom>
          <a:noFill/>
        </p:spPr>
        <p:txBody>
          <a:bodyPr/>
          <a:lstStyle/>
          <a:p>
            <a:pPr marL="0" indent="0">
              <a:buNone/>
            </a:pPr>
            <a:r>
              <a:rPr lang="ru-RU" b="1" sz="1600">
                <a:solidFill>
                  <a:srgbClr val="FF0053"/>
                </a:solidFill>
              </a:rPr>
              <a:t>Проблема</a:t>
            </a:r>
          </a:p>
          <a:p>
            <a:pPr marL="0" indent="0">
              <a:spcBef>
                <a:spcPts val="800"/>
              </a:spcBef>
              <a:buNone/>
            </a:pPr>
            <a:r>
              <a:rPr lang="ru-RU" sz="1300">
                <a:solidFill>
                  <a:schemeClr val="tx1"/>
                </a:solidFill>
              </a:rPr>
              <a:t>Беспилотному поезду нужно видеть препятствия заранее. Реальных размеченных объектов почти нет.</a:t>
            </a:r>
          </a:p>
        </p:txBody>
      </p:sp>
      <p:sp>
        <p:nvSpPr>
          <p:cNvPr id="4" name="Текст 3">
            <a:extLst>
              <a:ext uri="{FF2B5EF4-FFF2-40B4-BE49-F238E27FC236}">
                <a16:creationId xmlns:a16="http://schemas.microsoft.com/office/drawing/2014/main" id="{36869BDE-34CE-47D5-B162-82211244B70A}"/>
              </a:ext>
            </a:extLst>
          </p:cNvPr>
          <p:cNvSpPr>
            <a:spLocks noGrp="1"/>
          </p:cNvSpPr>
          <p:nvPr>
            <p:ph type="body" sz="quarter" idx="31"/>
          </p:nvPr>
        </p:nvSpPr>
        <p:spPr>
          <a:xfrm>
            <a:off x="4569890" y="3264544"/>
            <a:ext cx="3264113" cy="2375115"/>
          </a:xfrm>
          <a:prstGeom prst="roundRect">
            <a:avLst>
              <a:gd name="adj" fmla="val 0"/>
            </a:avLst>
          </a:prstGeom>
          <a:noFill/>
        </p:spPr>
        <p:txBody>
          <a:bodyPr/>
          <a:lstStyle/>
          <a:p>
            <a:pPr marL="0" indent="0">
              <a:buNone/>
            </a:pPr>
            <a:r>
              <a:rPr lang="ru-RU" b="1" sz="1600">
                <a:solidFill>
                  <a:srgbClr val="FF0053"/>
                </a:solidFill>
              </a:rPr>
              <a:t>Альтернативы</a:t>
            </a:r>
          </a:p>
          <a:p>
            <a:pPr marL="0" indent="0">
              <a:spcBef>
                <a:spcPts val="800"/>
              </a:spcBef>
              <a:buNone/>
            </a:pPr>
            <a:r>
              <a:rPr lang="ru-RU" sz="1300">
                <a:solidFill>
                  <a:schemeClr val="tx1"/>
                </a:solidFill>
              </a:rPr>
              <a:t>3D-детектору нужны примеры препятствий; карте — локализация и повторный проезд.</a:t>
            </a:r>
          </a:p>
        </p:txBody>
      </p:sp>
      <p:sp>
        <p:nvSpPr>
          <p:cNvPr id="5" name="Текст 4">
            <a:extLst>
              <a:ext uri="{FF2B5EF4-FFF2-40B4-BE49-F238E27FC236}">
                <a16:creationId xmlns:a16="http://schemas.microsoft.com/office/drawing/2014/main" id="{3BF91A14-DF82-4BD9-95C1-96973CFF3F64}"/>
              </a:ext>
            </a:extLst>
          </p:cNvPr>
          <p:cNvSpPr>
            <a:spLocks noGrp="1"/>
          </p:cNvSpPr>
          <p:nvPr>
            <p:ph type="body" sz="quarter" idx="32"/>
          </p:nvPr>
        </p:nvSpPr>
        <p:spPr>
          <a:xfrm>
            <a:off x="8405081" y="3277471"/>
            <a:ext cx="3264113" cy="2375115"/>
          </a:xfrm>
          <a:prstGeom prst="roundRect">
            <a:avLst>
              <a:gd name="adj" fmla="val 0"/>
            </a:avLst>
          </a:prstGeom>
          <a:noFill/>
        </p:spPr>
        <p:txBody>
          <a:bodyPr/>
          <a:lstStyle/>
          <a:p>
            <a:pPr marL="0" indent="0">
              <a:buNone/>
            </a:pPr>
            <a:r>
              <a:rPr lang="ru-RU" b="1" sz="1600">
                <a:solidFill>
                  <a:srgbClr val="FF0053"/>
                </a:solidFill>
              </a:rPr>
              <a:t>Наше решение</a:t>
            </a:r>
          </a:p>
          <a:p>
            <a:pPr marL="0" indent="0">
              <a:spcBef>
                <a:spcPts val="800"/>
              </a:spcBef>
              <a:buNone/>
            </a:pPr>
            <a:r>
              <a:rPr lang="ru-RU" sz="1300">
                <a:solidFill>
                  <a:schemeClr val="tx1"/>
                </a:solidFill>
              </a:rPr>
              <a:t>Описать нормальный тоннель по рельсам и стенам. Искать постороннее внутри габарита без карты. Проверять дальность по геометриям пути.</a:t>
            </a:r>
          </a:p>
        </p:txBody>
      </p:sp>
      <p:cxnSp>
        <p:nvCxnSpPr>
          <p:cNvPr id="58" name="Google Shape;2799;p94">
            <a:extLst>
              <a:ext uri="{FF2B5EF4-FFF2-40B4-BE49-F238E27FC236}">
                <a16:creationId xmlns:a16="http://schemas.microsoft.com/office/drawing/2014/main" id="{567FA9A9-3099-4088-80A0-9601CEE4D42E}"/>
              </a:ext>
            </a:extLst>
          </p:cNvPr>
          <p:cNvCxnSpPr>
            <a:cxnSpLocks/>
          </p:cNvCxnSpPr>
          <p:nvPr/>
        </p:nvCxnSpPr>
        <p:spPr>
          <a:xfrm flipV="1">
            <a:off x="3041995" y="2120995"/>
            <a:ext cx="2288595" cy="11479"/>
          </a:xfrm>
          <a:prstGeom prst="straightConnector1">
            <a:avLst/>
          </a:prstGeom>
          <a:ln w="127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62" name="Google Shape;2829;p94">
            <a:extLst>
              <a:ext uri="{FF2B5EF4-FFF2-40B4-BE49-F238E27FC236}">
                <a16:creationId xmlns:a16="http://schemas.microsoft.com/office/drawing/2014/main" id="{4C77747E-B18D-4A2B-BA4F-6DC51DACDF20}"/>
              </a:ext>
            </a:extLst>
          </p:cNvPr>
          <p:cNvGrpSpPr/>
          <p:nvPr/>
        </p:nvGrpSpPr>
        <p:grpSpPr>
          <a:xfrm>
            <a:off x="1899087" y="1753233"/>
            <a:ext cx="738531" cy="687909"/>
            <a:chOff x="3385734" y="2233242"/>
            <a:chExt cx="340504" cy="319542"/>
          </a:xfrm>
        </p:grpSpPr>
        <p:sp>
          <p:nvSpPr>
            <p:cNvPr id="63" name="Google Shape;2830;p94">
              <a:extLst>
                <a:ext uri="{FF2B5EF4-FFF2-40B4-BE49-F238E27FC236}">
                  <a16:creationId xmlns:a16="http://schemas.microsoft.com/office/drawing/2014/main" id="{F538E3A9-5C7B-406B-80D1-B9EEBFF33FF0}"/>
                </a:ext>
              </a:extLst>
            </p:cNvPr>
            <p:cNvSpPr/>
            <p:nvPr/>
          </p:nvSpPr>
          <p:spPr>
            <a:xfrm>
              <a:off x="3385734" y="2233242"/>
              <a:ext cx="340504" cy="319542"/>
            </a:xfrm>
            <a:custGeom>
              <a:avLst/>
              <a:gdLst/>
              <a:ahLst/>
              <a:cxnLst/>
              <a:rect l="l" t="t" r="r" b="b"/>
              <a:pathLst>
                <a:path w="10122" h="9289" extrusionOk="0">
                  <a:moveTo>
                    <a:pt x="9574" y="310"/>
                  </a:moveTo>
                  <a:cubicBezTo>
                    <a:pt x="9717" y="310"/>
                    <a:pt x="9812" y="406"/>
                    <a:pt x="9812" y="549"/>
                  </a:cubicBezTo>
                  <a:lnTo>
                    <a:pt x="9812" y="5669"/>
                  </a:lnTo>
                  <a:lnTo>
                    <a:pt x="8622" y="5669"/>
                  </a:lnTo>
                  <a:cubicBezTo>
                    <a:pt x="8550" y="5669"/>
                    <a:pt x="8479" y="5740"/>
                    <a:pt x="8479" y="5812"/>
                  </a:cubicBezTo>
                  <a:cubicBezTo>
                    <a:pt x="8479" y="5907"/>
                    <a:pt x="8550" y="5978"/>
                    <a:pt x="8622" y="5978"/>
                  </a:cubicBezTo>
                  <a:lnTo>
                    <a:pt x="9812" y="5978"/>
                  </a:lnTo>
                  <a:lnTo>
                    <a:pt x="9812" y="6455"/>
                  </a:lnTo>
                  <a:cubicBezTo>
                    <a:pt x="9812" y="6597"/>
                    <a:pt x="9717" y="6717"/>
                    <a:pt x="9574" y="6717"/>
                  </a:cubicBezTo>
                  <a:lnTo>
                    <a:pt x="549" y="6717"/>
                  </a:lnTo>
                  <a:cubicBezTo>
                    <a:pt x="406" y="6717"/>
                    <a:pt x="287" y="6597"/>
                    <a:pt x="287" y="6455"/>
                  </a:cubicBezTo>
                  <a:lnTo>
                    <a:pt x="287" y="5978"/>
                  </a:lnTo>
                  <a:lnTo>
                    <a:pt x="7979" y="5978"/>
                  </a:lnTo>
                  <a:cubicBezTo>
                    <a:pt x="8050" y="5978"/>
                    <a:pt x="8122" y="5907"/>
                    <a:pt x="8122" y="5812"/>
                  </a:cubicBezTo>
                  <a:cubicBezTo>
                    <a:pt x="8122" y="5740"/>
                    <a:pt x="8050" y="5669"/>
                    <a:pt x="7979" y="5669"/>
                  </a:cubicBezTo>
                  <a:lnTo>
                    <a:pt x="6216" y="5669"/>
                  </a:lnTo>
                  <a:lnTo>
                    <a:pt x="6216" y="310"/>
                  </a:lnTo>
                  <a:close/>
                  <a:moveTo>
                    <a:pt x="5335" y="7002"/>
                  </a:moveTo>
                  <a:lnTo>
                    <a:pt x="5335" y="7193"/>
                  </a:lnTo>
                  <a:cubicBezTo>
                    <a:pt x="5335" y="7360"/>
                    <a:pt x="5216" y="7479"/>
                    <a:pt x="5049" y="7479"/>
                  </a:cubicBezTo>
                  <a:cubicBezTo>
                    <a:pt x="4907" y="7479"/>
                    <a:pt x="4764" y="7360"/>
                    <a:pt x="4764" y="7193"/>
                  </a:cubicBezTo>
                  <a:lnTo>
                    <a:pt x="4764" y="7002"/>
                  </a:lnTo>
                  <a:close/>
                  <a:moveTo>
                    <a:pt x="6073" y="7002"/>
                  </a:moveTo>
                  <a:lnTo>
                    <a:pt x="6169" y="8241"/>
                  </a:lnTo>
                  <a:lnTo>
                    <a:pt x="3954" y="8241"/>
                  </a:lnTo>
                  <a:lnTo>
                    <a:pt x="4049" y="7002"/>
                  </a:lnTo>
                  <a:lnTo>
                    <a:pt x="4478" y="7002"/>
                  </a:lnTo>
                  <a:lnTo>
                    <a:pt x="4478" y="7193"/>
                  </a:lnTo>
                  <a:cubicBezTo>
                    <a:pt x="4478" y="7526"/>
                    <a:pt x="4740" y="7788"/>
                    <a:pt x="5049" y="7788"/>
                  </a:cubicBezTo>
                  <a:cubicBezTo>
                    <a:pt x="5383" y="7788"/>
                    <a:pt x="5645" y="7526"/>
                    <a:pt x="5645" y="7193"/>
                  </a:cubicBezTo>
                  <a:lnTo>
                    <a:pt x="5645" y="7002"/>
                  </a:lnTo>
                  <a:close/>
                  <a:moveTo>
                    <a:pt x="6859" y="8526"/>
                  </a:moveTo>
                  <a:cubicBezTo>
                    <a:pt x="6883" y="8526"/>
                    <a:pt x="6907" y="8550"/>
                    <a:pt x="6907" y="8574"/>
                  </a:cubicBezTo>
                  <a:lnTo>
                    <a:pt x="6907" y="8955"/>
                  </a:lnTo>
                  <a:cubicBezTo>
                    <a:pt x="6907" y="8979"/>
                    <a:pt x="6883" y="9003"/>
                    <a:pt x="6859" y="9003"/>
                  </a:cubicBezTo>
                  <a:lnTo>
                    <a:pt x="3263" y="9003"/>
                  </a:lnTo>
                  <a:cubicBezTo>
                    <a:pt x="3240" y="9003"/>
                    <a:pt x="3216" y="8979"/>
                    <a:pt x="3216" y="8955"/>
                  </a:cubicBezTo>
                  <a:lnTo>
                    <a:pt x="3216" y="8574"/>
                  </a:lnTo>
                  <a:cubicBezTo>
                    <a:pt x="3216" y="8550"/>
                    <a:pt x="3240" y="8526"/>
                    <a:pt x="3263" y="8526"/>
                  </a:cubicBezTo>
                  <a:close/>
                  <a:moveTo>
                    <a:pt x="549" y="1"/>
                  </a:moveTo>
                  <a:cubicBezTo>
                    <a:pt x="239" y="1"/>
                    <a:pt x="1" y="239"/>
                    <a:pt x="1" y="549"/>
                  </a:cubicBezTo>
                  <a:lnTo>
                    <a:pt x="1" y="1477"/>
                  </a:lnTo>
                  <a:cubicBezTo>
                    <a:pt x="1" y="1573"/>
                    <a:pt x="72" y="1644"/>
                    <a:pt x="144" y="1644"/>
                  </a:cubicBezTo>
                  <a:cubicBezTo>
                    <a:pt x="215" y="1644"/>
                    <a:pt x="287" y="1573"/>
                    <a:pt x="287" y="1477"/>
                  </a:cubicBezTo>
                  <a:lnTo>
                    <a:pt x="287" y="549"/>
                  </a:lnTo>
                  <a:cubicBezTo>
                    <a:pt x="287" y="406"/>
                    <a:pt x="406" y="310"/>
                    <a:pt x="549" y="310"/>
                  </a:cubicBezTo>
                  <a:lnTo>
                    <a:pt x="5907" y="310"/>
                  </a:lnTo>
                  <a:lnTo>
                    <a:pt x="5907" y="5669"/>
                  </a:lnTo>
                  <a:lnTo>
                    <a:pt x="287" y="5669"/>
                  </a:lnTo>
                  <a:lnTo>
                    <a:pt x="287" y="2144"/>
                  </a:lnTo>
                  <a:cubicBezTo>
                    <a:pt x="287" y="2049"/>
                    <a:pt x="239" y="2001"/>
                    <a:pt x="144" y="2001"/>
                  </a:cubicBezTo>
                  <a:cubicBezTo>
                    <a:pt x="72" y="2001"/>
                    <a:pt x="1" y="2049"/>
                    <a:pt x="1" y="2144"/>
                  </a:cubicBezTo>
                  <a:lnTo>
                    <a:pt x="1" y="6455"/>
                  </a:lnTo>
                  <a:cubicBezTo>
                    <a:pt x="1" y="6764"/>
                    <a:pt x="239" y="7002"/>
                    <a:pt x="549" y="7002"/>
                  </a:cubicBezTo>
                  <a:lnTo>
                    <a:pt x="3763" y="7002"/>
                  </a:lnTo>
                  <a:lnTo>
                    <a:pt x="3644" y="8241"/>
                  </a:lnTo>
                  <a:lnTo>
                    <a:pt x="3263" y="8241"/>
                  </a:lnTo>
                  <a:cubicBezTo>
                    <a:pt x="3073" y="8241"/>
                    <a:pt x="2930" y="8384"/>
                    <a:pt x="2930" y="8574"/>
                  </a:cubicBezTo>
                  <a:lnTo>
                    <a:pt x="2930" y="8955"/>
                  </a:lnTo>
                  <a:cubicBezTo>
                    <a:pt x="2930" y="9146"/>
                    <a:pt x="3073" y="9288"/>
                    <a:pt x="3263" y="9288"/>
                  </a:cubicBezTo>
                  <a:lnTo>
                    <a:pt x="6859" y="9288"/>
                  </a:lnTo>
                  <a:cubicBezTo>
                    <a:pt x="7050" y="9288"/>
                    <a:pt x="7193" y="9146"/>
                    <a:pt x="7193" y="8955"/>
                  </a:cubicBezTo>
                  <a:lnTo>
                    <a:pt x="7193" y="8574"/>
                  </a:lnTo>
                  <a:cubicBezTo>
                    <a:pt x="7193" y="8384"/>
                    <a:pt x="7050" y="8241"/>
                    <a:pt x="6859" y="8241"/>
                  </a:cubicBezTo>
                  <a:lnTo>
                    <a:pt x="6478" y="8241"/>
                  </a:lnTo>
                  <a:lnTo>
                    <a:pt x="6359" y="7002"/>
                  </a:lnTo>
                  <a:lnTo>
                    <a:pt x="9574" y="7002"/>
                  </a:lnTo>
                  <a:cubicBezTo>
                    <a:pt x="9860" y="7002"/>
                    <a:pt x="10122" y="6764"/>
                    <a:pt x="10122" y="6455"/>
                  </a:cubicBezTo>
                  <a:lnTo>
                    <a:pt x="10122" y="549"/>
                  </a:lnTo>
                  <a:cubicBezTo>
                    <a:pt x="10122" y="239"/>
                    <a:pt x="9884" y="1"/>
                    <a:pt x="9574" y="1"/>
                  </a:cubicBezTo>
                  <a:close/>
                </a:path>
              </a:pathLst>
            </a:custGeom>
            <a:solidFill>
              <a:srgbClr val="FD0C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 name="Google Shape;2831;p94">
              <a:extLst>
                <a:ext uri="{FF2B5EF4-FFF2-40B4-BE49-F238E27FC236}">
                  <a16:creationId xmlns:a16="http://schemas.microsoft.com/office/drawing/2014/main" id="{6A25AEAC-89F0-49CB-B7BE-42F11987AD9D}"/>
                </a:ext>
              </a:extLst>
            </p:cNvPr>
            <p:cNvSpPr/>
            <p:nvPr/>
          </p:nvSpPr>
          <p:spPr>
            <a:xfrm>
              <a:off x="3420989" y="2296022"/>
              <a:ext cx="143441" cy="113382"/>
            </a:xfrm>
            <a:custGeom>
              <a:avLst/>
              <a:gdLst/>
              <a:ahLst/>
              <a:cxnLst/>
              <a:rect l="l" t="t" r="r" b="b"/>
              <a:pathLst>
                <a:path w="4264" h="3296" extrusionOk="0">
                  <a:moveTo>
                    <a:pt x="3897" y="0"/>
                  </a:moveTo>
                  <a:cubicBezTo>
                    <a:pt x="3848" y="0"/>
                    <a:pt x="3805" y="22"/>
                    <a:pt x="3787" y="57"/>
                  </a:cubicBezTo>
                  <a:lnTo>
                    <a:pt x="2835" y="1176"/>
                  </a:lnTo>
                  <a:lnTo>
                    <a:pt x="2596" y="986"/>
                  </a:lnTo>
                  <a:cubicBezTo>
                    <a:pt x="2573" y="962"/>
                    <a:pt x="2537" y="950"/>
                    <a:pt x="2501" y="950"/>
                  </a:cubicBezTo>
                  <a:cubicBezTo>
                    <a:pt x="2465" y="950"/>
                    <a:pt x="2430" y="962"/>
                    <a:pt x="2406" y="986"/>
                  </a:cubicBezTo>
                  <a:lnTo>
                    <a:pt x="1811" y="1629"/>
                  </a:lnTo>
                  <a:lnTo>
                    <a:pt x="1096" y="1367"/>
                  </a:lnTo>
                  <a:cubicBezTo>
                    <a:pt x="1084" y="1355"/>
                    <a:pt x="1066" y="1349"/>
                    <a:pt x="1045" y="1349"/>
                  </a:cubicBezTo>
                  <a:cubicBezTo>
                    <a:pt x="1025" y="1349"/>
                    <a:pt x="1001" y="1355"/>
                    <a:pt x="977" y="1367"/>
                  </a:cubicBezTo>
                  <a:lnTo>
                    <a:pt x="286" y="1772"/>
                  </a:lnTo>
                  <a:lnTo>
                    <a:pt x="286" y="462"/>
                  </a:lnTo>
                  <a:cubicBezTo>
                    <a:pt x="286" y="391"/>
                    <a:pt x="239" y="319"/>
                    <a:pt x="144" y="319"/>
                  </a:cubicBezTo>
                  <a:cubicBezTo>
                    <a:pt x="72" y="319"/>
                    <a:pt x="1" y="391"/>
                    <a:pt x="1" y="462"/>
                  </a:cubicBezTo>
                  <a:lnTo>
                    <a:pt x="1" y="3153"/>
                  </a:lnTo>
                  <a:cubicBezTo>
                    <a:pt x="1" y="3225"/>
                    <a:pt x="72" y="3296"/>
                    <a:pt x="144" y="3296"/>
                  </a:cubicBezTo>
                  <a:lnTo>
                    <a:pt x="4121" y="3296"/>
                  </a:lnTo>
                  <a:cubicBezTo>
                    <a:pt x="4192" y="3296"/>
                    <a:pt x="4263" y="3225"/>
                    <a:pt x="4263" y="3153"/>
                  </a:cubicBezTo>
                  <a:cubicBezTo>
                    <a:pt x="4263" y="3082"/>
                    <a:pt x="4216" y="3010"/>
                    <a:pt x="4121" y="3010"/>
                  </a:cubicBezTo>
                  <a:lnTo>
                    <a:pt x="4049" y="3010"/>
                  </a:lnTo>
                  <a:lnTo>
                    <a:pt x="4049" y="2200"/>
                  </a:lnTo>
                  <a:cubicBezTo>
                    <a:pt x="4049" y="2105"/>
                    <a:pt x="3978" y="2034"/>
                    <a:pt x="3906" y="2034"/>
                  </a:cubicBezTo>
                  <a:cubicBezTo>
                    <a:pt x="3811" y="2034"/>
                    <a:pt x="3739" y="2105"/>
                    <a:pt x="3739" y="2200"/>
                  </a:cubicBezTo>
                  <a:lnTo>
                    <a:pt x="3739" y="3010"/>
                  </a:lnTo>
                  <a:lnTo>
                    <a:pt x="3382" y="3010"/>
                  </a:lnTo>
                  <a:lnTo>
                    <a:pt x="3382" y="2891"/>
                  </a:lnTo>
                  <a:cubicBezTo>
                    <a:pt x="3382" y="2820"/>
                    <a:pt x="3311" y="2748"/>
                    <a:pt x="3239" y="2748"/>
                  </a:cubicBezTo>
                  <a:cubicBezTo>
                    <a:pt x="3144" y="2748"/>
                    <a:pt x="3073" y="2796"/>
                    <a:pt x="3073" y="2891"/>
                  </a:cubicBezTo>
                  <a:lnTo>
                    <a:pt x="3073" y="3010"/>
                  </a:lnTo>
                  <a:lnTo>
                    <a:pt x="2573" y="3010"/>
                  </a:lnTo>
                  <a:lnTo>
                    <a:pt x="2573" y="2891"/>
                  </a:lnTo>
                  <a:cubicBezTo>
                    <a:pt x="2573" y="2820"/>
                    <a:pt x="2525" y="2748"/>
                    <a:pt x="2430" y="2748"/>
                  </a:cubicBezTo>
                  <a:cubicBezTo>
                    <a:pt x="2358" y="2748"/>
                    <a:pt x="2287" y="2796"/>
                    <a:pt x="2287" y="2891"/>
                  </a:cubicBezTo>
                  <a:lnTo>
                    <a:pt x="2287" y="3010"/>
                  </a:lnTo>
                  <a:lnTo>
                    <a:pt x="1787" y="3010"/>
                  </a:lnTo>
                  <a:lnTo>
                    <a:pt x="1787" y="2891"/>
                  </a:lnTo>
                  <a:cubicBezTo>
                    <a:pt x="1787" y="2820"/>
                    <a:pt x="1715" y="2748"/>
                    <a:pt x="1644" y="2748"/>
                  </a:cubicBezTo>
                  <a:cubicBezTo>
                    <a:pt x="1549" y="2748"/>
                    <a:pt x="1501" y="2796"/>
                    <a:pt x="1501" y="2891"/>
                  </a:cubicBezTo>
                  <a:lnTo>
                    <a:pt x="1501" y="3010"/>
                  </a:lnTo>
                  <a:lnTo>
                    <a:pt x="1001" y="3010"/>
                  </a:lnTo>
                  <a:lnTo>
                    <a:pt x="1001" y="2891"/>
                  </a:lnTo>
                  <a:cubicBezTo>
                    <a:pt x="1001" y="2820"/>
                    <a:pt x="929" y="2748"/>
                    <a:pt x="834" y="2748"/>
                  </a:cubicBezTo>
                  <a:cubicBezTo>
                    <a:pt x="763" y="2748"/>
                    <a:pt x="691" y="2796"/>
                    <a:pt x="691" y="2891"/>
                  </a:cubicBezTo>
                  <a:lnTo>
                    <a:pt x="691" y="3010"/>
                  </a:lnTo>
                  <a:lnTo>
                    <a:pt x="286" y="3010"/>
                  </a:lnTo>
                  <a:lnTo>
                    <a:pt x="286" y="2105"/>
                  </a:lnTo>
                  <a:lnTo>
                    <a:pt x="1048" y="1653"/>
                  </a:lnTo>
                  <a:lnTo>
                    <a:pt x="1811" y="1962"/>
                  </a:lnTo>
                  <a:cubicBezTo>
                    <a:pt x="1823" y="1969"/>
                    <a:pt x="1838" y="1972"/>
                    <a:pt x="1853" y="1972"/>
                  </a:cubicBezTo>
                  <a:cubicBezTo>
                    <a:pt x="1893" y="1972"/>
                    <a:pt x="1936" y="1950"/>
                    <a:pt x="1953" y="1915"/>
                  </a:cubicBezTo>
                  <a:lnTo>
                    <a:pt x="2525" y="1296"/>
                  </a:lnTo>
                  <a:lnTo>
                    <a:pt x="2763" y="1486"/>
                  </a:lnTo>
                  <a:cubicBezTo>
                    <a:pt x="2795" y="1518"/>
                    <a:pt x="2828" y="1531"/>
                    <a:pt x="2860" y="1531"/>
                  </a:cubicBezTo>
                  <a:cubicBezTo>
                    <a:pt x="2899" y="1531"/>
                    <a:pt x="2938" y="1512"/>
                    <a:pt x="2977" y="1486"/>
                  </a:cubicBezTo>
                  <a:lnTo>
                    <a:pt x="3739" y="557"/>
                  </a:lnTo>
                  <a:lnTo>
                    <a:pt x="3739" y="1534"/>
                  </a:lnTo>
                  <a:cubicBezTo>
                    <a:pt x="3739" y="1629"/>
                    <a:pt x="3811" y="1677"/>
                    <a:pt x="3882" y="1677"/>
                  </a:cubicBezTo>
                  <a:cubicBezTo>
                    <a:pt x="3978" y="1677"/>
                    <a:pt x="4049" y="1629"/>
                    <a:pt x="4049" y="1534"/>
                  </a:cubicBezTo>
                  <a:lnTo>
                    <a:pt x="4049" y="152"/>
                  </a:lnTo>
                  <a:cubicBezTo>
                    <a:pt x="4049" y="81"/>
                    <a:pt x="4001" y="33"/>
                    <a:pt x="3954" y="10"/>
                  </a:cubicBezTo>
                  <a:cubicBezTo>
                    <a:pt x="3935" y="3"/>
                    <a:pt x="3916" y="0"/>
                    <a:pt x="3897" y="0"/>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 name="Google Shape;2832;p94">
              <a:extLst>
                <a:ext uri="{FF2B5EF4-FFF2-40B4-BE49-F238E27FC236}">
                  <a16:creationId xmlns:a16="http://schemas.microsoft.com/office/drawing/2014/main" id="{3504136F-174E-465D-95D8-13EE2C34474F}"/>
                </a:ext>
              </a:extLst>
            </p:cNvPr>
            <p:cNvSpPr/>
            <p:nvPr/>
          </p:nvSpPr>
          <p:spPr>
            <a:xfrm>
              <a:off x="3451433" y="2319276"/>
              <a:ext cx="9655" cy="13966"/>
            </a:xfrm>
            <a:custGeom>
              <a:avLst/>
              <a:gdLst/>
              <a:ahLst/>
              <a:cxnLst/>
              <a:rect l="l" t="t" r="r" b="b"/>
              <a:pathLst>
                <a:path w="287" h="406" extrusionOk="0">
                  <a:moveTo>
                    <a:pt x="143" y="0"/>
                  </a:moveTo>
                  <a:cubicBezTo>
                    <a:pt x="72" y="0"/>
                    <a:pt x="1" y="72"/>
                    <a:pt x="1" y="167"/>
                  </a:cubicBezTo>
                  <a:lnTo>
                    <a:pt x="1" y="262"/>
                  </a:lnTo>
                  <a:cubicBezTo>
                    <a:pt x="1" y="358"/>
                    <a:pt x="72" y="405"/>
                    <a:pt x="143" y="405"/>
                  </a:cubicBezTo>
                  <a:cubicBezTo>
                    <a:pt x="239" y="405"/>
                    <a:pt x="286" y="358"/>
                    <a:pt x="286" y="262"/>
                  </a:cubicBezTo>
                  <a:lnTo>
                    <a:pt x="286" y="167"/>
                  </a:lnTo>
                  <a:cubicBezTo>
                    <a:pt x="286" y="72"/>
                    <a:pt x="239" y="0"/>
                    <a:pt x="143" y="0"/>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 name="Google Shape;2833;p94">
              <a:extLst>
                <a:ext uri="{FF2B5EF4-FFF2-40B4-BE49-F238E27FC236}">
                  <a16:creationId xmlns:a16="http://schemas.microsoft.com/office/drawing/2014/main" id="{1A03FD0C-7738-4A35-B44B-4D9C0E75CBAB}"/>
                </a:ext>
              </a:extLst>
            </p:cNvPr>
            <p:cNvSpPr/>
            <p:nvPr/>
          </p:nvSpPr>
          <p:spPr>
            <a:xfrm>
              <a:off x="3500312" y="2305344"/>
              <a:ext cx="10428" cy="13966"/>
            </a:xfrm>
            <a:custGeom>
              <a:avLst/>
              <a:gdLst/>
              <a:ahLst/>
              <a:cxnLst/>
              <a:rect l="l" t="t" r="r" b="b"/>
              <a:pathLst>
                <a:path w="310" h="406" extrusionOk="0">
                  <a:moveTo>
                    <a:pt x="143" y="1"/>
                  </a:moveTo>
                  <a:cubicBezTo>
                    <a:pt x="72" y="1"/>
                    <a:pt x="0" y="72"/>
                    <a:pt x="0" y="143"/>
                  </a:cubicBezTo>
                  <a:lnTo>
                    <a:pt x="0" y="262"/>
                  </a:lnTo>
                  <a:cubicBezTo>
                    <a:pt x="0" y="334"/>
                    <a:pt x="72" y="405"/>
                    <a:pt x="143" y="405"/>
                  </a:cubicBezTo>
                  <a:cubicBezTo>
                    <a:pt x="238" y="405"/>
                    <a:pt x="310" y="334"/>
                    <a:pt x="310" y="262"/>
                  </a:cubicBezTo>
                  <a:lnTo>
                    <a:pt x="310" y="143"/>
                  </a:lnTo>
                  <a:cubicBezTo>
                    <a:pt x="310" y="72"/>
                    <a:pt x="238" y="1"/>
                    <a:pt x="143" y="1"/>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 name="Google Shape;2834;p94">
              <a:extLst>
                <a:ext uri="{FF2B5EF4-FFF2-40B4-BE49-F238E27FC236}">
                  <a16:creationId xmlns:a16="http://schemas.microsoft.com/office/drawing/2014/main" id="{66009B1B-C6FD-49B8-8022-7BA95FBA9273}"/>
                </a:ext>
              </a:extLst>
            </p:cNvPr>
            <p:cNvSpPr/>
            <p:nvPr/>
          </p:nvSpPr>
          <p:spPr>
            <a:xfrm>
              <a:off x="3546769" y="2275038"/>
              <a:ext cx="10462" cy="13966"/>
            </a:xfrm>
            <a:custGeom>
              <a:avLst/>
              <a:gdLst/>
              <a:ahLst/>
              <a:cxnLst/>
              <a:rect l="l" t="t" r="r" b="b"/>
              <a:pathLst>
                <a:path w="311" h="406" extrusionOk="0">
                  <a:moveTo>
                    <a:pt x="167" y="0"/>
                  </a:moveTo>
                  <a:cubicBezTo>
                    <a:pt x="72" y="0"/>
                    <a:pt x="0" y="48"/>
                    <a:pt x="0" y="143"/>
                  </a:cubicBezTo>
                  <a:lnTo>
                    <a:pt x="0" y="239"/>
                  </a:lnTo>
                  <a:cubicBezTo>
                    <a:pt x="0" y="334"/>
                    <a:pt x="72" y="405"/>
                    <a:pt x="167" y="405"/>
                  </a:cubicBezTo>
                  <a:cubicBezTo>
                    <a:pt x="239" y="405"/>
                    <a:pt x="310" y="334"/>
                    <a:pt x="310" y="239"/>
                  </a:cubicBezTo>
                  <a:lnTo>
                    <a:pt x="310" y="143"/>
                  </a:lnTo>
                  <a:cubicBezTo>
                    <a:pt x="310" y="48"/>
                    <a:pt x="239" y="0"/>
                    <a:pt x="167" y="0"/>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 name="Google Shape;2835;p94">
              <a:extLst>
                <a:ext uri="{FF2B5EF4-FFF2-40B4-BE49-F238E27FC236}">
                  <a16:creationId xmlns:a16="http://schemas.microsoft.com/office/drawing/2014/main" id="{842A40FB-E85F-45B5-A562-0F31875BC8DD}"/>
                </a:ext>
              </a:extLst>
            </p:cNvPr>
            <p:cNvSpPr/>
            <p:nvPr/>
          </p:nvSpPr>
          <p:spPr>
            <a:xfrm>
              <a:off x="3420989" y="2260280"/>
              <a:ext cx="27282" cy="9873"/>
            </a:xfrm>
            <a:custGeom>
              <a:avLst/>
              <a:gdLst/>
              <a:ahLst/>
              <a:cxnLst/>
              <a:rect l="l" t="t" r="r" b="b"/>
              <a:pathLst>
                <a:path w="811" h="287" extrusionOk="0">
                  <a:moveTo>
                    <a:pt x="144" y="1"/>
                  </a:moveTo>
                  <a:cubicBezTo>
                    <a:pt x="72" y="1"/>
                    <a:pt x="1" y="72"/>
                    <a:pt x="1" y="144"/>
                  </a:cubicBezTo>
                  <a:cubicBezTo>
                    <a:pt x="1" y="239"/>
                    <a:pt x="72" y="287"/>
                    <a:pt x="144" y="287"/>
                  </a:cubicBezTo>
                  <a:lnTo>
                    <a:pt x="667" y="287"/>
                  </a:lnTo>
                  <a:cubicBezTo>
                    <a:pt x="739" y="287"/>
                    <a:pt x="810" y="239"/>
                    <a:pt x="810" y="144"/>
                  </a:cubicBezTo>
                  <a:cubicBezTo>
                    <a:pt x="810" y="72"/>
                    <a:pt x="739" y="1"/>
                    <a:pt x="667" y="1"/>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 name="Google Shape;2836;p94">
              <a:extLst>
                <a:ext uri="{FF2B5EF4-FFF2-40B4-BE49-F238E27FC236}">
                  <a16:creationId xmlns:a16="http://schemas.microsoft.com/office/drawing/2014/main" id="{543973E7-B229-4280-95BA-F224FDE6583D}"/>
                </a:ext>
              </a:extLst>
            </p:cNvPr>
            <p:cNvSpPr/>
            <p:nvPr/>
          </p:nvSpPr>
          <p:spPr>
            <a:xfrm>
              <a:off x="3420989" y="2279131"/>
              <a:ext cx="47298" cy="10698"/>
            </a:xfrm>
            <a:custGeom>
              <a:avLst/>
              <a:gdLst/>
              <a:ahLst/>
              <a:cxnLst/>
              <a:rect l="l" t="t" r="r" b="b"/>
              <a:pathLst>
                <a:path w="1406" h="311" extrusionOk="0">
                  <a:moveTo>
                    <a:pt x="144" y="0"/>
                  </a:moveTo>
                  <a:cubicBezTo>
                    <a:pt x="72" y="0"/>
                    <a:pt x="1" y="72"/>
                    <a:pt x="1" y="143"/>
                  </a:cubicBezTo>
                  <a:cubicBezTo>
                    <a:pt x="1" y="239"/>
                    <a:pt x="72" y="310"/>
                    <a:pt x="144" y="310"/>
                  </a:cubicBezTo>
                  <a:lnTo>
                    <a:pt x="1239" y="310"/>
                  </a:lnTo>
                  <a:cubicBezTo>
                    <a:pt x="1334" y="310"/>
                    <a:pt x="1406" y="239"/>
                    <a:pt x="1406" y="143"/>
                  </a:cubicBezTo>
                  <a:cubicBezTo>
                    <a:pt x="1406" y="72"/>
                    <a:pt x="1334" y="0"/>
                    <a:pt x="1239" y="0"/>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 name="Google Shape;2837;p94">
              <a:extLst>
                <a:ext uri="{FF2B5EF4-FFF2-40B4-BE49-F238E27FC236}">
                  <a16:creationId xmlns:a16="http://schemas.microsoft.com/office/drawing/2014/main" id="{41575783-12EF-40FC-B478-EC50906BBB87}"/>
                </a:ext>
              </a:extLst>
            </p:cNvPr>
            <p:cNvSpPr/>
            <p:nvPr/>
          </p:nvSpPr>
          <p:spPr>
            <a:xfrm>
              <a:off x="3640490" y="2276689"/>
              <a:ext cx="31285" cy="54077"/>
            </a:xfrm>
            <a:custGeom>
              <a:avLst/>
              <a:gdLst/>
              <a:ahLst/>
              <a:cxnLst/>
              <a:rect l="l" t="t" r="r" b="b"/>
              <a:pathLst>
                <a:path w="930" h="1572" extrusionOk="0">
                  <a:moveTo>
                    <a:pt x="453" y="0"/>
                  </a:moveTo>
                  <a:cubicBezTo>
                    <a:pt x="382" y="0"/>
                    <a:pt x="310" y="48"/>
                    <a:pt x="310" y="143"/>
                  </a:cubicBezTo>
                  <a:lnTo>
                    <a:pt x="310" y="167"/>
                  </a:lnTo>
                  <a:cubicBezTo>
                    <a:pt x="144" y="214"/>
                    <a:pt x="1" y="357"/>
                    <a:pt x="1" y="548"/>
                  </a:cubicBezTo>
                  <a:cubicBezTo>
                    <a:pt x="1" y="762"/>
                    <a:pt x="167" y="929"/>
                    <a:pt x="382" y="929"/>
                  </a:cubicBezTo>
                  <a:lnTo>
                    <a:pt x="525" y="929"/>
                  </a:lnTo>
                  <a:cubicBezTo>
                    <a:pt x="572" y="929"/>
                    <a:pt x="620" y="976"/>
                    <a:pt x="620" y="1024"/>
                  </a:cubicBezTo>
                  <a:cubicBezTo>
                    <a:pt x="620" y="1072"/>
                    <a:pt x="572" y="1119"/>
                    <a:pt x="525" y="1119"/>
                  </a:cubicBezTo>
                  <a:lnTo>
                    <a:pt x="382" y="1119"/>
                  </a:lnTo>
                  <a:cubicBezTo>
                    <a:pt x="358" y="1119"/>
                    <a:pt x="310" y="1095"/>
                    <a:pt x="310" y="1048"/>
                  </a:cubicBezTo>
                  <a:cubicBezTo>
                    <a:pt x="293" y="994"/>
                    <a:pt x="234" y="967"/>
                    <a:pt x="176" y="967"/>
                  </a:cubicBezTo>
                  <a:cubicBezTo>
                    <a:pt x="157" y="967"/>
                    <a:pt x="138" y="970"/>
                    <a:pt x="120" y="976"/>
                  </a:cubicBezTo>
                  <a:cubicBezTo>
                    <a:pt x="48" y="1024"/>
                    <a:pt x="1" y="1095"/>
                    <a:pt x="48" y="1167"/>
                  </a:cubicBezTo>
                  <a:cubicBezTo>
                    <a:pt x="96" y="1286"/>
                    <a:pt x="191" y="1381"/>
                    <a:pt x="310" y="1405"/>
                  </a:cubicBezTo>
                  <a:cubicBezTo>
                    <a:pt x="310" y="1500"/>
                    <a:pt x="382" y="1572"/>
                    <a:pt x="453" y="1572"/>
                  </a:cubicBezTo>
                  <a:cubicBezTo>
                    <a:pt x="549" y="1572"/>
                    <a:pt x="620" y="1500"/>
                    <a:pt x="620" y="1405"/>
                  </a:cubicBezTo>
                  <a:cubicBezTo>
                    <a:pt x="787" y="1357"/>
                    <a:pt x="930" y="1215"/>
                    <a:pt x="930" y="1024"/>
                  </a:cubicBezTo>
                  <a:cubicBezTo>
                    <a:pt x="930" y="810"/>
                    <a:pt x="739" y="643"/>
                    <a:pt x="525" y="643"/>
                  </a:cubicBezTo>
                  <a:lnTo>
                    <a:pt x="382" y="643"/>
                  </a:lnTo>
                  <a:cubicBezTo>
                    <a:pt x="334" y="643"/>
                    <a:pt x="310" y="595"/>
                    <a:pt x="310" y="548"/>
                  </a:cubicBezTo>
                  <a:cubicBezTo>
                    <a:pt x="310" y="500"/>
                    <a:pt x="334" y="453"/>
                    <a:pt x="382" y="453"/>
                  </a:cubicBezTo>
                  <a:lnTo>
                    <a:pt x="525" y="453"/>
                  </a:lnTo>
                  <a:cubicBezTo>
                    <a:pt x="572" y="453"/>
                    <a:pt x="596" y="476"/>
                    <a:pt x="620" y="500"/>
                  </a:cubicBezTo>
                  <a:cubicBezTo>
                    <a:pt x="635" y="546"/>
                    <a:pt x="681" y="573"/>
                    <a:pt x="730" y="573"/>
                  </a:cubicBezTo>
                  <a:cubicBezTo>
                    <a:pt x="757" y="573"/>
                    <a:pt x="785" y="565"/>
                    <a:pt x="810" y="548"/>
                  </a:cubicBezTo>
                  <a:cubicBezTo>
                    <a:pt x="882" y="500"/>
                    <a:pt x="906" y="405"/>
                    <a:pt x="858" y="333"/>
                  </a:cubicBezTo>
                  <a:cubicBezTo>
                    <a:pt x="787" y="238"/>
                    <a:pt x="715" y="191"/>
                    <a:pt x="620" y="167"/>
                  </a:cubicBezTo>
                  <a:lnTo>
                    <a:pt x="620" y="143"/>
                  </a:lnTo>
                  <a:cubicBezTo>
                    <a:pt x="620" y="48"/>
                    <a:pt x="549" y="0"/>
                    <a:pt x="453" y="0"/>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 name="Google Shape;2838;p94">
              <a:extLst>
                <a:ext uri="{FF2B5EF4-FFF2-40B4-BE49-F238E27FC236}">
                  <a16:creationId xmlns:a16="http://schemas.microsoft.com/office/drawing/2014/main" id="{6F0CCC03-3E72-49CA-80F0-A626E2390658}"/>
                </a:ext>
              </a:extLst>
            </p:cNvPr>
            <p:cNvSpPr/>
            <p:nvPr/>
          </p:nvSpPr>
          <p:spPr>
            <a:xfrm>
              <a:off x="3614049" y="2260280"/>
              <a:ext cx="84167" cy="86069"/>
            </a:xfrm>
            <a:custGeom>
              <a:avLst/>
              <a:gdLst/>
              <a:ahLst/>
              <a:cxnLst/>
              <a:rect l="l" t="t" r="r" b="b"/>
              <a:pathLst>
                <a:path w="2502" h="2502" extrusionOk="0">
                  <a:moveTo>
                    <a:pt x="1239" y="287"/>
                  </a:moveTo>
                  <a:cubicBezTo>
                    <a:pt x="1763" y="287"/>
                    <a:pt x="2216" y="715"/>
                    <a:pt x="2216" y="1263"/>
                  </a:cubicBezTo>
                  <a:cubicBezTo>
                    <a:pt x="2216" y="1787"/>
                    <a:pt x="1787" y="2215"/>
                    <a:pt x="1239" y="2215"/>
                  </a:cubicBezTo>
                  <a:cubicBezTo>
                    <a:pt x="715" y="2215"/>
                    <a:pt x="287" y="1787"/>
                    <a:pt x="287" y="1263"/>
                  </a:cubicBezTo>
                  <a:cubicBezTo>
                    <a:pt x="287" y="715"/>
                    <a:pt x="715" y="287"/>
                    <a:pt x="1239" y="287"/>
                  </a:cubicBezTo>
                  <a:close/>
                  <a:moveTo>
                    <a:pt x="1239" y="1"/>
                  </a:moveTo>
                  <a:cubicBezTo>
                    <a:pt x="549" y="1"/>
                    <a:pt x="1" y="548"/>
                    <a:pt x="1" y="1239"/>
                  </a:cubicBezTo>
                  <a:cubicBezTo>
                    <a:pt x="1" y="1954"/>
                    <a:pt x="549" y="2501"/>
                    <a:pt x="1239" y="2501"/>
                  </a:cubicBezTo>
                  <a:cubicBezTo>
                    <a:pt x="1930" y="2501"/>
                    <a:pt x="2501" y="1954"/>
                    <a:pt x="2501" y="1239"/>
                  </a:cubicBezTo>
                  <a:cubicBezTo>
                    <a:pt x="2501" y="572"/>
                    <a:pt x="1930" y="1"/>
                    <a:pt x="1239" y="1"/>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 name="Google Shape;2839;p94">
              <a:extLst>
                <a:ext uri="{FF2B5EF4-FFF2-40B4-BE49-F238E27FC236}">
                  <a16:creationId xmlns:a16="http://schemas.microsoft.com/office/drawing/2014/main" id="{18635451-A733-4CC9-B50F-300CE78CFF2E}"/>
                </a:ext>
              </a:extLst>
            </p:cNvPr>
            <p:cNvSpPr/>
            <p:nvPr/>
          </p:nvSpPr>
          <p:spPr>
            <a:xfrm>
              <a:off x="3610046" y="2358595"/>
              <a:ext cx="45717" cy="10698"/>
            </a:xfrm>
            <a:custGeom>
              <a:avLst/>
              <a:gdLst/>
              <a:ahLst/>
              <a:cxnLst/>
              <a:rect l="l" t="t" r="r" b="b"/>
              <a:pathLst>
                <a:path w="1359" h="311" extrusionOk="0">
                  <a:moveTo>
                    <a:pt x="144" y="0"/>
                  </a:moveTo>
                  <a:cubicBezTo>
                    <a:pt x="48" y="0"/>
                    <a:pt x="1" y="72"/>
                    <a:pt x="1" y="143"/>
                  </a:cubicBezTo>
                  <a:cubicBezTo>
                    <a:pt x="1" y="239"/>
                    <a:pt x="48" y="310"/>
                    <a:pt x="144" y="310"/>
                  </a:cubicBezTo>
                  <a:lnTo>
                    <a:pt x="1215" y="310"/>
                  </a:lnTo>
                  <a:cubicBezTo>
                    <a:pt x="1287" y="310"/>
                    <a:pt x="1358" y="239"/>
                    <a:pt x="1358" y="143"/>
                  </a:cubicBezTo>
                  <a:cubicBezTo>
                    <a:pt x="1358" y="72"/>
                    <a:pt x="1311" y="0"/>
                    <a:pt x="1215" y="0"/>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 name="Google Shape;2840;p94">
              <a:extLst>
                <a:ext uri="{FF2B5EF4-FFF2-40B4-BE49-F238E27FC236}">
                  <a16:creationId xmlns:a16="http://schemas.microsoft.com/office/drawing/2014/main" id="{26780036-310A-4D31-A416-A5EB695F5FF5}"/>
                </a:ext>
              </a:extLst>
            </p:cNvPr>
            <p:cNvSpPr/>
            <p:nvPr/>
          </p:nvSpPr>
          <p:spPr>
            <a:xfrm>
              <a:off x="3671742" y="2379063"/>
              <a:ext cx="25667" cy="9873"/>
            </a:xfrm>
            <a:custGeom>
              <a:avLst/>
              <a:gdLst/>
              <a:ahLst/>
              <a:cxnLst/>
              <a:rect l="l" t="t" r="r" b="b"/>
              <a:pathLst>
                <a:path w="763" h="287" extrusionOk="0">
                  <a:moveTo>
                    <a:pt x="143" y="1"/>
                  </a:moveTo>
                  <a:cubicBezTo>
                    <a:pt x="48" y="1"/>
                    <a:pt x="1" y="48"/>
                    <a:pt x="1" y="144"/>
                  </a:cubicBezTo>
                  <a:cubicBezTo>
                    <a:pt x="1" y="215"/>
                    <a:pt x="48" y="287"/>
                    <a:pt x="143" y="287"/>
                  </a:cubicBezTo>
                  <a:lnTo>
                    <a:pt x="596" y="287"/>
                  </a:lnTo>
                  <a:cubicBezTo>
                    <a:pt x="691" y="287"/>
                    <a:pt x="763" y="215"/>
                    <a:pt x="763" y="144"/>
                  </a:cubicBezTo>
                  <a:cubicBezTo>
                    <a:pt x="763" y="72"/>
                    <a:pt x="691" y="1"/>
                    <a:pt x="596" y="1"/>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 name="Google Shape;2841;p94">
              <a:extLst>
                <a:ext uri="{FF2B5EF4-FFF2-40B4-BE49-F238E27FC236}">
                  <a16:creationId xmlns:a16="http://schemas.microsoft.com/office/drawing/2014/main" id="{76A8C9FE-70F9-46C6-890D-45DD60BFE8B2}"/>
                </a:ext>
              </a:extLst>
            </p:cNvPr>
            <p:cNvSpPr/>
            <p:nvPr/>
          </p:nvSpPr>
          <p:spPr>
            <a:xfrm>
              <a:off x="3610046" y="2379063"/>
              <a:ext cx="28897" cy="9873"/>
            </a:xfrm>
            <a:custGeom>
              <a:avLst/>
              <a:gdLst/>
              <a:ahLst/>
              <a:cxnLst/>
              <a:rect l="l" t="t" r="r" b="b"/>
              <a:pathLst>
                <a:path w="859" h="287" extrusionOk="0">
                  <a:moveTo>
                    <a:pt x="144" y="1"/>
                  </a:moveTo>
                  <a:cubicBezTo>
                    <a:pt x="48" y="1"/>
                    <a:pt x="1" y="48"/>
                    <a:pt x="1" y="144"/>
                  </a:cubicBezTo>
                  <a:cubicBezTo>
                    <a:pt x="1" y="215"/>
                    <a:pt x="48" y="287"/>
                    <a:pt x="144" y="287"/>
                  </a:cubicBezTo>
                  <a:lnTo>
                    <a:pt x="715" y="287"/>
                  </a:lnTo>
                  <a:cubicBezTo>
                    <a:pt x="787" y="287"/>
                    <a:pt x="858" y="215"/>
                    <a:pt x="858" y="144"/>
                  </a:cubicBezTo>
                  <a:cubicBezTo>
                    <a:pt x="858" y="72"/>
                    <a:pt x="811" y="1"/>
                    <a:pt x="715" y="1"/>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 name="Google Shape;2842;p94">
              <a:extLst>
                <a:ext uri="{FF2B5EF4-FFF2-40B4-BE49-F238E27FC236}">
                  <a16:creationId xmlns:a16="http://schemas.microsoft.com/office/drawing/2014/main" id="{97FED165-3DBA-426F-92BB-B0C3DB516285}"/>
                </a:ext>
              </a:extLst>
            </p:cNvPr>
            <p:cNvSpPr/>
            <p:nvPr/>
          </p:nvSpPr>
          <p:spPr>
            <a:xfrm>
              <a:off x="3646108" y="2379063"/>
              <a:ext cx="19276" cy="9873"/>
            </a:xfrm>
            <a:custGeom>
              <a:avLst/>
              <a:gdLst/>
              <a:ahLst/>
              <a:cxnLst/>
              <a:rect l="l" t="t" r="r" b="b"/>
              <a:pathLst>
                <a:path w="573" h="287" extrusionOk="0">
                  <a:moveTo>
                    <a:pt x="143" y="1"/>
                  </a:moveTo>
                  <a:cubicBezTo>
                    <a:pt x="72" y="1"/>
                    <a:pt x="0" y="48"/>
                    <a:pt x="0" y="144"/>
                  </a:cubicBezTo>
                  <a:cubicBezTo>
                    <a:pt x="0" y="215"/>
                    <a:pt x="72" y="287"/>
                    <a:pt x="143" y="287"/>
                  </a:cubicBezTo>
                  <a:lnTo>
                    <a:pt x="429" y="287"/>
                  </a:lnTo>
                  <a:cubicBezTo>
                    <a:pt x="501" y="287"/>
                    <a:pt x="572" y="215"/>
                    <a:pt x="572" y="144"/>
                  </a:cubicBezTo>
                  <a:cubicBezTo>
                    <a:pt x="572" y="72"/>
                    <a:pt x="501" y="1"/>
                    <a:pt x="429" y="1"/>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 name="Google Shape;2843;p94">
              <a:extLst>
                <a:ext uri="{FF2B5EF4-FFF2-40B4-BE49-F238E27FC236}">
                  <a16:creationId xmlns:a16="http://schemas.microsoft.com/office/drawing/2014/main" id="{386E4A42-856C-4795-ABCB-63A7928B33C3}"/>
                </a:ext>
              </a:extLst>
            </p:cNvPr>
            <p:cNvSpPr/>
            <p:nvPr/>
          </p:nvSpPr>
          <p:spPr>
            <a:xfrm>
              <a:off x="3610046" y="2398740"/>
              <a:ext cx="86556" cy="10664"/>
            </a:xfrm>
            <a:custGeom>
              <a:avLst/>
              <a:gdLst/>
              <a:ahLst/>
              <a:cxnLst/>
              <a:rect l="l" t="t" r="r" b="b"/>
              <a:pathLst>
                <a:path w="2573" h="310" extrusionOk="0">
                  <a:moveTo>
                    <a:pt x="144" y="0"/>
                  </a:moveTo>
                  <a:cubicBezTo>
                    <a:pt x="48" y="0"/>
                    <a:pt x="1" y="72"/>
                    <a:pt x="1" y="143"/>
                  </a:cubicBezTo>
                  <a:cubicBezTo>
                    <a:pt x="1" y="239"/>
                    <a:pt x="48" y="310"/>
                    <a:pt x="144" y="310"/>
                  </a:cubicBezTo>
                  <a:lnTo>
                    <a:pt x="2430" y="310"/>
                  </a:lnTo>
                  <a:cubicBezTo>
                    <a:pt x="2525" y="310"/>
                    <a:pt x="2573" y="239"/>
                    <a:pt x="2573" y="143"/>
                  </a:cubicBezTo>
                  <a:cubicBezTo>
                    <a:pt x="2573" y="72"/>
                    <a:pt x="2525" y="0"/>
                    <a:pt x="2430" y="0"/>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80" name="Google Shape;2818;p94">
            <a:extLst>
              <a:ext uri="{FF2B5EF4-FFF2-40B4-BE49-F238E27FC236}">
                <a16:creationId xmlns:a16="http://schemas.microsoft.com/office/drawing/2014/main" id="{C0241749-B161-4D51-AE4A-9F151E800A9E}"/>
              </a:ext>
            </a:extLst>
          </p:cNvPr>
          <p:cNvGrpSpPr/>
          <p:nvPr/>
        </p:nvGrpSpPr>
        <p:grpSpPr>
          <a:xfrm>
            <a:off x="5710488" y="1722647"/>
            <a:ext cx="738531" cy="731528"/>
            <a:chOff x="4078718" y="2222819"/>
            <a:chExt cx="340504" cy="339803"/>
          </a:xfrm>
        </p:grpSpPr>
        <p:sp>
          <p:nvSpPr>
            <p:cNvPr id="84" name="Google Shape;2819;p94">
              <a:extLst>
                <a:ext uri="{FF2B5EF4-FFF2-40B4-BE49-F238E27FC236}">
                  <a16:creationId xmlns:a16="http://schemas.microsoft.com/office/drawing/2014/main" id="{148574C2-EBD4-4199-9829-8DFDEA9C78B4}"/>
                </a:ext>
              </a:extLst>
            </p:cNvPr>
            <p:cNvSpPr/>
            <p:nvPr/>
          </p:nvSpPr>
          <p:spPr>
            <a:xfrm>
              <a:off x="4267775" y="2311674"/>
              <a:ext cx="17661" cy="13382"/>
            </a:xfrm>
            <a:custGeom>
              <a:avLst/>
              <a:gdLst/>
              <a:ahLst/>
              <a:cxnLst/>
              <a:rect l="l" t="t" r="r" b="b"/>
              <a:pathLst>
                <a:path w="525" h="389" extrusionOk="0">
                  <a:moveTo>
                    <a:pt x="348" y="1"/>
                  </a:moveTo>
                  <a:cubicBezTo>
                    <a:pt x="335" y="1"/>
                    <a:pt x="323" y="3"/>
                    <a:pt x="310" y="7"/>
                  </a:cubicBezTo>
                  <a:lnTo>
                    <a:pt x="96" y="102"/>
                  </a:lnTo>
                  <a:cubicBezTo>
                    <a:pt x="24" y="126"/>
                    <a:pt x="1" y="221"/>
                    <a:pt x="24" y="293"/>
                  </a:cubicBezTo>
                  <a:cubicBezTo>
                    <a:pt x="48" y="340"/>
                    <a:pt x="96" y="388"/>
                    <a:pt x="143" y="388"/>
                  </a:cubicBezTo>
                  <a:cubicBezTo>
                    <a:pt x="167" y="388"/>
                    <a:pt x="191" y="388"/>
                    <a:pt x="215" y="364"/>
                  </a:cubicBezTo>
                  <a:lnTo>
                    <a:pt x="405" y="293"/>
                  </a:lnTo>
                  <a:cubicBezTo>
                    <a:pt x="477" y="269"/>
                    <a:pt x="524" y="174"/>
                    <a:pt x="501" y="102"/>
                  </a:cubicBezTo>
                  <a:cubicBezTo>
                    <a:pt x="461" y="44"/>
                    <a:pt x="406" y="1"/>
                    <a:pt x="348" y="1"/>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 name="Google Shape;2820;p94">
              <a:extLst>
                <a:ext uri="{FF2B5EF4-FFF2-40B4-BE49-F238E27FC236}">
                  <a16:creationId xmlns:a16="http://schemas.microsoft.com/office/drawing/2014/main" id="{57E0AF51-B6FC-41BD-911C-FDDBED10DCD6}"/>
                </a:ext>
              </a:extLst>
            </p:cNvPr>
            <p:cNvSpPr/>
            <p:nvPr/>
          </p:nvSpPr>
          <p:spPr>
            <a:xfrm>
              <a:off x="4257347" y="2292719"/>
              <a:ext cx="16080" cy="15927"/>
            </a:xfrm>
            <a:custGeom>
              <a:avLst/>
              <a:gdLst/>
              <a:ahLst/>
              <a:cxnLst/>
              <a:rect l="l" t="t" r="r" b="b"/>
              <a:pathLst>
                <a:path w="478" h="463" extrusionOk="0">
                  <a:moveTo>
                    <a:pt x="298" y="1"/>
                  </a:moveTo>
                  <a:cubicBezTo>
                    <a:pt x="258" y="1"/>
                    <a:pt x="218" y="19"/>
                    <a:pt x="191" y="58"/>
                  </a:cubicBezTo>
                  <a:lnTo>
                    <a:pt x="49" y="225"/>
                  </a:lnTo>
                  <a:cubicBezTo>
                    <a:pt x="1" y="296"/>
                    <a:pt x="25" y="391"/>
                    <a:pt x="96" y="439"/>
                  </a:cubicBezTo>
                  <a:cubicBezTo>
                    <a:pt x="120" y="463"/>
                    <a:pt x="144" y="463"/>
                    <a:pt x="168" y="463"/>
                  </a:cubicBezTo>
                  <a:cubicBezTo>
                    <a:pt x="215" y="463"/>
                    <a:pt x="263" y="439"/>
                    <a:pt x="287" y="415"/>
                  </a:cubicBezTo>
                  <a:lnTo>
                    <a:pt x="430" y="225"/>
                  </a:lnTo>
                  <a:cubicBezTo>
                    <a:pt x="477" y="177"/>
                    <a:pt x="453" y="82"/>
                    <a:pt x="382" y="34"/>
                  </a:cubicBezTo>
                  <a:cubicBezTo>
                    <a:pt x="361" y="13"/>
                    <a:pt x="330" y="1"/>
                    <a:pt x="298" y="1"/>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 name="Google Shape;2821;p94">
              <a:extLst>
                <a:ext uri="{FF2B5EF4-FFF2-40B4-BE49-F238E27FC236}">
                  <a16:creationId xmlns:a16="http://schemas.microsoft.com/office/drawing/2014/main" id="{57B8954A-C826-4A9B-B657-89922358B024}"/>
                </a:ext>
              </a:extLst>
            </p:cNvPr>
            <p:cNvSpPr/>
            <p:nvPr/>
          </p:nvSpPr>
          <p:spPr>
            <a:xfrm>
              <a:off x="4271778" y="2333208"/>
              <a:ext cx="17661" cy="11490"/>
            </a:xfrm>
            <a:custGeom>
              <a:avLst/>
              <a:gdLst/>
              <a:ahLst/>
              <a:cxnLst/>
              <a:rect l="l" t="t" r="r" b="b"/>
              <a:pathLst>
                <a:path w="525" h="334" extrusionOk="0">
                  <a:moveTo>
                    <a:pt x="191" y="0"/>
                  </a:moveTo>
                  <a:cubicBezTo>
                    <a:pt x="96" y="0"/>
                    <a:pt x="24" y="48"/>
                    <a:pt x="24" y="119"/>
                  </a:cubicBezTo>
                  <a:cubicBezTo>
                    <a:pt x="1" y="215"/>
                    <a:pt x="48" y="286"/>
                    <a:pt x="143" y="286"/>
                  </a:cubicBezTo>
                  <a:lnTo>
                    <a:pt x="358" y="334"/>
                  </a:lnTo>
                  <a:lnTo>
                    <a:pt x="382" y="334"/>
                  </a:lnTo>
                  <a:cubicBezTo>
                    <a:pt x="453" y="334"/>
                    <a:pt x="501" y="286"/>
                    <a:pt x="525" y="215"/>
                  </a:cubicBezTo>
                  <a:cubicBezTo>
                    <a:pt x="525" y="119"/>
                    <a:pt x="477" y="48"/>
                    <a:pt x="405" y="48"/>
                  </a:cubicBezTo>
                  <a:lnTo>
                    <a:pt x="191" y="0"/>
                  </a:ln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 name="Google Shape;2822;p94">
              <a:extLst>
                <a:ext uri="{FF2B5EF4-FFF2-40B4-BE49-F238E27FC236}">
                  <a16:creationId xmlns:a16="http://schemas.microsoft.com/office/drawing/2014/main" id="{0E034DD0-4B55-4B91-A037-3246A0A29407}"/>
                </a:ext>
              </a:extLst>
            </p:cNvPr>
            <p:cNvSpPr/>
            <p:nvPr/>
          </p:nvSpPr>
          <p:spPr>
            <a:xfrm>
              <a:off x="4078718" y="2222819"/>
              <a:ext cx="340504" cy="339803"/>
            </a:xfrm>
            <a:custGeom>
              <a:avLst/>
              <a:gdLst/>
              <a:ahLst/>
              <a:cxnLst/>
              <a:rect l="l" t="t" r="r" b="b"/>
              <a:pathLst>
                <a:path w="10122" h="9878" extrusionOk="0">
                  <a:moveTo>
                    <a:pt x="4787" y="423"/>
                  </a:moveTo>
                  <a:lnTo>
                    <a:pt x="6168" y="994"/>
                  </a:lnTo>
                  <a:lnTo>
                    <a:pt x="5240" y="1376"/>
                  </a:lnTo>
                  <a:cubicBezTo>
                    <a:pt x="5233" y="1382"/>
                    <a:pt x="5226" y="1385"/>
                    <a:pt x="5219" y="1385"/>
                  </a:cubicBezTo>
                  <a:cubicBezTo>
                    <a:pt x="5202" y="1385"/>
                    <a:pt x="5185" y="1369"/>
                    <a:pt x="5168" y="1352"/>
                  </a:cubicBezTo>
                  <a:lnTo>
                    <a:pt x="4787" y="423"/>
                  </a:lnTo>
                  <a:close/>
                  <a:moveTo>
                    <a:pt x="8216" y="2066"/>
                  </a:moveTo>
                  <a:cubicBezTo>
                    <a:pt x="8264" y="2066"/>
                    <a:pt x="8312" y="2090"/>
                    <a:pt x="8312" y="2138"/>
                  </a:cubicBezTo>
                  <a:lnTo>
                    <a:pt x="8312" y="2566"/>
                  </a:lnTo>
                  <a:cubicBezTo>
                    <a:pt x="8312" y="2614"/>
                    <a:pt x="8264" y="2661"/>
                    <a:pt x="8216" y="2661"/>
                  </a:cubicBezTo>
                  <a:lnTo>
                    <a:pt x="7407" y="2661"/>
                  </a:lnTo>
                  <a:lnTo>
                    <a:pt x="7168" y="2066"/>
                  </a:lnTo>
                  <a:close/>
                  <a:moveTo>
                    <a:pt x="8788" y="1280"/>
                  </a:moveTo>
                  <a:cubicBezTo>
                    <a:pt x="8931" y="1280"/>
                    <a:pt x="9050" y="1399"/>
                    <a:pt x="9050" y="1542"/>
                  </a:cubicBezTo>
                  <a:lnTo>
                    <a:pt x="9050" y="3924"/>
                  </a:lnTo>
                  <a:lnTo>
                    <a:pt x="7954" y="3924"/>
                  </a:lnTo>
                  <a:lnTo>
                    <a:pt x="7550" y="2947"/>
                  </a:lnTo>
                  <a:lnTo>
                    <a:pt x="8216" y="2947"/>
                  </a:lnTo>
                  <a:cubicBezTo>
                    <a:pt x="8431" y="2947"/>
                    <a:pt x="8597" y="2781"/>
                    <a:pt x="8597" y="2566"/>
                  </a:cubicBezTo>
                  <a:lnTo>
                    <a:pt x="8597" y="2138"/>
                  </a:lnTo>
                  <a:cubicBezTo>
                    <a:pt x="8597" y="1923"/>
                    <a:pt x="8431" y="1757"/>
                    <a:pt x="8216" y="1757"/>
                  </a:cubicBezTo>
                  <a:lnTo>
                    <a:pt x="7049" y="1757"/>
                  </a:lnTo>
                  <a:lnTo>
                    <a:pt x="6835" y="1280"/>
                  </a:lnTo>
                  <a:close/>
                  <a:moveTo>
                    <a:pt x="4430" y="352"/>
                  </a:moveTo>
                  <a:lnTo>
                    <a:pt x="4906" y="1471"/>
                  </a:lnTo>
                  <a:cubicBezTo>
                    <a:pt x="4954" y="1614"/>
                    <a:pt x="5073" y="1685"/>
                    <a:pt x="5216" y="1685"/>
                  </a:cubicBezTo>
                  <a:cubicBezTo>
                    <a:pt x="5263" y="1685"/>
                    <a:pt x="5311" y="1685"/>
                    <a:pt x="5359" y="1661"/>
                  </a:cubicBezTo>
                  <a:lnTo>
                    <a:pt x="6478" y="1185"/>
                  </a:lnTo>
                  <a:lnTo>
                    <a:pt x="7621" y="3947"/>
                  </a:lnTo>
                  <a:lnTo>
                    <a:pt x="6907" y="3947"/>
                  </a:lnTo>
                  <a:cubicBezTo>
                    <a:pt x="6835" y="3947"/>
                    <a:pt x="6764" y="3995"/>
                    <a:pt x="6764" y="4090"/>
                  </a:cubicBezTo>
                  <a:cubicBezTo>
                    <a:pt x="6764" y="4162"/>
                    <a:pt x="6835" y="4233"/>
                    <a:pt x="6907" y="4233"/>
                  </a:cubicBezTo>
                  <a:lnTo>
                    <a:pt x="9574" y="4233"/>
                  </a:lnTo>
                  <a:cubicBezTo>
                    <a:pt x="9717" y="4233"/>
                    <a:pt x="9812" y="4352"/>
                    <a:pt x="9812" y="4471"/>
                  </a:cubicBezTo>
                  <a:lnTo>
                    <a:pt x="9812" y="8972"/>
                  </a:lnTo>
                  <a:cubicBezTo>
                    <a:pt x="9812" y="9330"/>
                    <a:pt x="9550" y="9591"/>
                    <a:pt x="9193" y="9591"/>
                  </a:cubicBezTo>
                  <a:lnTo>
                    <a:pt x="1596" y="9591"/>
                  </a:lnTo>
                  <a:cubicBezTo>
                    <a:pt x="1739" y="9425"/>
                    <a:pt x="1834" y="9210"/>
                    <a:pt x="1834" y="8972"/>
                  </a:cubicBezTo>
                  <a:lnTo>
                    <a:pt x="1834" y="7353"/>
                  </a:lnTo>
                  <a:cubicBezTo>
                    <a:pt x="1834" y="7281"/>
                    <a:pt x="1763" y="7210"/>
                    <a:pt x="1667" y="7210"/>
                  </a:cubicBezTo>
                  <a:cubicBezTo>
                    <a:pt x="1596" y="7210"/>
                    <a:pt x="1524" y="7281"/>
                    <a:pt x="1524" y="7353"/>
                  </a:cubicBezTo>
                  <a:lnTo>
                    <a:pt x="1524" y="8972"/>
                  </a:lnTo>
                  <a:cubicBezTo>
                    <a:pt x="1524" y="9330"/>
                    <a:pt x="1262" y="9591"/>
                    <a:pt x="905" y="9591"/>
                  </a:cubicBezTo>
                  <a:cubicBezTo>
                    <a:pt x="572" y="9591"/>
                    <a:pt x="286" y="9330"/>
                    <a:pt x="286" y="8972"/>
                  </a:cubicBezTo>
                  <a:lnTo>
                    <a:pt x="286" y="2590"/>
                  </a:lnTo>
                  <a:cubicBezTo>
                    <a:pt x="286" y="2447"/>
                    <a:pt x="405" y="2328"/>
                    <a:pt x="548" y="2328"/>
                  </a:cubicBezTo>
                  <a:lnTo>
                    <a:pt x="834" y="2328"/>
                  </a:lnTo>
                  <a:lnTo>
                    <a:pt x="1120" y="3066"/>
                  </a:lnTo>
                  <a:cubicBezTo>
                    <a:pt x="1155" y="3120"/>
                    <a:pt x="1204" y="3147"/>
                    <a:pt x="1257" y="3147"/>
                  </a:cubicBezTo>
                  <a:cubicBezTo>
                    <a:pt x="1274" y="3147"/>
                    <a:pt x="1292" y="3144"/>
                    <a:pt x="1310" y="3138"/>
                  </a:cubicBezTo>
                  <a:cubicBezTo>
                    <a:pt x="1382" y="3114"/>
                    <a:pt x="1429" y="3019"/>
                    <a:pt x="1405" y="2947"/>
                  </a:cubicBezTo>
                  <a:lnTo>
                    <a:pt x="953" y="1876"/>
                  </a:lnTo>
                  <a:cubicBezTo>
                    <a:pt x="929" y="1852"/>
                    <a:pt x="953" y="1804"/>
                    <a:pt x="977" y="1804"/>
                  </a:cubicBezTo>
                  <a:lnTo>
                    <a:pt x="4430" y="352"/>
                  </a:lnTo>
                  <a:close/>
                  <a:moveTo>
                    <a:pt x="4513" y="0"/>
                  </a:moveTo>
                  <a:cubicBezTo>
                    <a:pt x="4495" y="0"/>
                    <a:pt x="4477" y="6"/>
                    <a:pt x="4454" y="18"/>
                  </a:cubicBezTo>
                  <a:lnTo>
                    <a:pt x="858" y="1518"/>
                  </a:lnTo>
                  <a:cubicBezTo>
                    <a:pt x="691" y="1590"/>
                    <a:pt x="596" y="1804"/>
                    <a:pt x="667" y="1971"/>
                  </a:cubicBezTo>
                  <a:lnTo>
                    <a:pt x="691" y="2042"/>
                  </a:lnTo>
                  <a:lnTo>
                    <a:pt x="548" y="2042"/>
                  </a:lnTo>
                  <a:cubicBezTo>
                    <a:pt x="238" y="2042"/>
                    <a:pt x="0" y="2280"/>
                    <a:pt x="0" y="2590"/>
                  </a:cubicBezTo>
                  <a:lnTo>
                    <a:pt x="0" y="8972"/>
                  </a:lnTo>
                  <a:cubicBezTo>
                    <a:pt x="0" y="9472"/>
                    <a:pt x="405" y="9877"/>
                    <a:pt x="905" y="9877"/>
                  </a:cubicBezTo>
                  <a:lnTo>
                    <a:pt x="9193" y="9877"/>
                  </a:lnTo>
                  <a:cubicBezTo>
                    <a:pt x="9717" y="9877"/>
                    <a:pt x="10121" y="9472"/>
                    <a:pt x="10121" y="8972"/>
                  </a:cubicBezTo>
                  <a:lnTo>
                    <a:pt x="10121" y="4471"/>
                  </a:lnTo>
                  <a:cubicBezTo>
                    <a:pt x="10121" y="4162"/>
                    <a:pt x="9860" y="3924"/>
                    <a:pt x="9574" y="3924"/>
                  </a:cubicBezTo>
                  <a:lnTo>
                    <a:pt x="9336" y="3924"/>
                  </a:lnTo>
                  <a:lnTo>
                    <a:pt x="9336" y="1542"/>
                  </a:lnTo>
                  <a:cubicBezTo>
                    <a:pt x="9336" y="1233"/>
                    <a:pt x="9097" y="994"/>
                    <a:pt x="8788" y="994"/>
                  </a:cubicBezTo>
                  <a:lnTo>
                    <a:pt x="6716" y="994"/>
                  </a:lnTo>
                  <a:lnTo>
                    <a:pt x="6692" y="923"/>
                  </a:lnTo>
                  <a:cubicBezTo>
                    <a:pt x="6668" y="899"/>
                    <a:pt x="6645" y="852"/>
                    <a:pt x="6621" y="852"/>
                  </a:cubicBezTo>
                  <a:lnTo>
                    <a:pt x="4573" y="18"/>
                  </a:lnTo>
                  <a:cubicBezTo>
                    <a:pt x="4549" y="6"/>
                    <a:pt x="4531" y="0"/>
                    <a:pt x="45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 name="Google Shape;2823;p94">
              <a:extLst>
                <a:ext uri="{FF2B5EF4-FFF2-40B4-BE49-F238E27FC236}">
                  <a16:creationId xmlns:a16="http://schemas.microsoft.com/office/drawing/2014/main" id="{06B94662-6FE6-4CF5-B934-EE5CBA83D325}"/>
                </a:ext>
              </a:extLst>
            </p:cNvPr>
            <p:cNvSpPr/>
            <p:nvPr/>
          </p:nvSpPr>
          <p:spPr>
            <a:xfrm>
              <a:off x="4123561" y="2296744"/>
              <a:ext cx="170689" cy="161818"/>
            </a:xfrm>
            <a:custGeom>
              <a:avLst/>
              <a:gdLst/>
              <a:ahLst/>
              <a:cxnLst/>
              <a:rect l="l" t="t" r="r" b="b"/>
              <a:pathLst>
                <a:path w="5074" h="4704" extrusionOk="0">
                  <a:moveTo>
                    <a:pt x="2760" y="301"/>
                  </a:moveTo>
                  <a:cubicBezTo>
                    <a:pt x="2892" y="301"/>
                    <a:pt x="3021" y="325"/>
                    <a:pt x="3144" y="370"/>
                  </a:cubicBezTo>
                  <a:cubicBezTo>
                    <a:pt x="3430" y="489"/>
                    <a:pt x="3645" y="703"/>
                    <a:pt x="3740" y="965"/>
                  </a:cubicBezTo>
                  <a:cubicBezTo>
                    <a:pt x="3859" y="1227"/>
                    <a:pt x="3859" y="1513"/>
                    <a:pt x="3764" y="1775"/>
                  </a:cubicBezTo>
                  <a:lnTo>
                    <a:pt x="3287" y="1775"/>
                  </a:lnTo>
                  <a:cubicBezTo>
                    <a:pt x="3335" y="1679"/>
                    <a:pt x="3359" y="1560"/>
                    <a:pt x="3311" y="1441"/>
                  </a:cubicBezTo>
                  <a:cubicBezTo>
                    <a:pt x="3264" y="1346"/>
                    <a:pt x="3168" y="1275"/>
                    <a:pt x="3073" y="1227"/>
                  </a:cubicBezTo>
                  <a:cubicBezTo>
                    <a:pt x="3025" y="1203"/>
                    <a:pt x="2972" y="1191"/>
                    <a:pt x="2918" y="1191"/>
                  </a:cubicBezTo>
                  <a:cubicBezTo>
                    <a:pt x="2865" y="1191"/>
                    <a:pt x="2811" y="1203"/>
                    <a:pt x="2763" y="1227"/>
                  </a:cubicBezTo>
                  <a:lnTo>
                    <a:pt x="2621" y="1298"/>
                  </a:lnTo>
                  <a:cubicBezTo>
                    <a:pt x="2607" y="1303"/>
                    <a:pt x="2594" y="1305"/>
                    <a:pt x="2581" y="1305"/>
                  </a:cubicBezTo>
                  <a:cubicBezTo>
                    <a:pt x="2524" y="1305"/>
                    <a:pt x="2473" y="1266"/>
                    <a:pt x="2454" y="1227"/>
                  </a:cubicBezTo>
                  <a:cubicBezTo>
                    <a:pt x="2430" y="1155"/>
                    <a:pt x="2478" y="1108"/>
                    <a:pt x="2525" y="1084"/>
                  </a:cubicBezTo>
                  <a:lnTo>
                    <a:pt x="2668" y="1013"/>
                  </a:lnTo>
                  <a:cubicBezTo>
                    <a:pt x="2692" y="1001"/>
                    <a:pt x="2710" y="995"/>
                    <a:pt x="2728" y="995"/>
                  </a:cubicBezTo>
                  <a:cubicBezTo>
                    <a:pt x="2746" y="995"/>
                    <a:pt x="2763" y="1001"/>
                    <a:pt x="2787" y="1013"/>
                  </a:cubicBezTo>
                  <a:cubicBezTo>
                    <a:pt x="2815" y="1031"/>
                    <a:pt x="2842" y="1039"/>
                    <a:pt x="2868" y="1039"/>
                  </a:cubicBezTo>
                  <a:cubicBezTo>
                    <a:pt x="2910" y="1039"/>
                    <a:pt x="2948" y="1018"/>
                    <a:pt x="2978" y="989"/>
                  </a:cubicBezTo>
                  <a:cubicBezTo>
                    <a:pt x="3025" y="917"/>
                    <a:pt x="3002" y="822"/>
                    <a:pt x="2954" y="774"/>
                  </a:cubicBezTo>
                  <a:cubicBezTo>
                    <a:pt x="2892" y="728"/>
                    <a:pt x="2821" y="702"/>
                    <a:pt x="2746" y="702"/>
                  </a:cubicBezTo>
                  <a:cubicBezTo>
                    <a:pt x="2705" y="702"/>
                    <a:pt x="2663" y="710"/>
                    <a:pt x="2621" y="727"/>
                  </a:cubicBezTo>
                  <a:lnTo>
                    <a:pt x="2597" y="679"/>
                  </a:lnTo>
                  <a:cubicBezTo>
                    <a:pt x="2577" y="620"/>
                    <a:pt x="2509" y="578"/>
                    <a:pt x="2446" y="578"/>
                  </a:cubicBezTo>
                  <a:cubicBezTo>
                    <a:pt x="2432" y="578"/>
                    <a:pt x="2419" y="580"/>
                    <a:pt x="2406" y="584"/>
                  </a:cubicBezTo>
                  <a:cubicBezTo>
                    <a:pt x="2335" y="632"/>
                    <a:pt x="2311" y="703"/>
                    <a:pt x="2335" y="774"/>
                  </a:cubicBezTo>
                  <a:lnTo>
                    <a:pt x="2359" y="822"/>
                  </a:lnTo>
                  <a:cubicBezTo>
                    <a:pt x="2192" y="941"/>
                    <a:pt x="2120" y="1155"/>
                    <a:pt x="2192" y="1346"/>
                  </a:cubicBezTo>
                  <a:cubicBezTo>
                    <a:pt x="2264" y="1490"/>
                    <a:pt x="2418" y="1594"/>
                    <a:pt x="2582" y="1594"/>
                  </a:cubicBezTo>
                  <a:cubicBezTo>
                    <a:pt x="2635" y="1594"/>
                    <a:pt x="2688" y="1583"/>
                    <a:pt x="2740" y="1560"/>
                  </a:cubicBezTo>
                  <a:lnTo>
                    <a:pt x="2882" y="1489"/>
                  </a:lnTo>
                  <a:lnTo>
                    <a:pt x="2978" y="1489"/>
                  </a:lnTo>
                  <a:cubicBezTo>
                    <a:pt x="3002" y="1513"/>
                    <a:pt x="3025" y="1537"/>
                    <a:pt x="3025" y="1560"/>
                  </a:cubicBezTo>
                  <a:cubicBezTo>
                    <a:pt x="3049" y="1608"/>
                    <a:pt x="3025" y="1679"/>
                    <a:pt x="2978" y="1703"/>
                  </a:cubicBezTo>
                  <a:lnTo>
                    <a:pt x="2811" y="1775"/>
                  </a:lnTo>
                  <a:lnTo>
                    <a:pt x="2763" y="1775"/>
                  </a:lnTo>
                  <a:cubicBezTo>
                    <a:pt x="2740" y="1775"/>
                    <a:pt x="2716" y="1775"/>
                    <a:pt x="2692" y="1751"/>
                  </a:cubicBezTo>
                  <a:cubicBezTo>
                    <a:pt x="2668" y="1715"/>
                    <a:pt x="2632" y="1697"/>
                    <a:pt x="2594" y="1697"/>
                  </a:cubicBezTo>
                  <a:cubicBezTo>
                    <a:pt x="2555" y="1697"/>
                    <a:pt x="2513" y="1715"/>
                    <a:pt x="2478" y="1751"/>
                  </a:cubicBezTo>
                  <a:cubicBezTo>
                    <a:pt x="2478" y="1751"/>
                    <a:pt x="2478" y="1775"/>
                    <a:pt x="2454" y="1775"/>
                  </a:cubicBezTo>
                  <a:lnTo>
                    <a:pt x="1739" y="1775"/>
                  </a:lnTo>
                  <a:cubicBezTo>
                    <a:pt x="1620" y="1513"/>
                    <a:pt x="1620" y="1227"/>
                    <a:pt x="1739" y="965"/>
                  </a:cubicBezTo>
                  <a:cubicBezTo>
                    <a:pt x="1835" y="703"/>
                    <a:pt x="2049" y="489"/>
                    <a:pt x="2311" y="393"/>
                  </a:cubicBezTo>
                  <a:cubicBezTo>
                    <a:pt x="2462" y="331"/>
                    <a:pt x="2613" y="301"/>
                    <a:pt x="2760" y="301"/>
                  </a:cubicBezTo>
                  <a:close/>
                  <a:moveTo>
                    <a:pt x="2740" y="0"/>
                  </a:moveTo>
                  <a:cubicBezTo>
                    <a:pt x="2561" y="0"/>
                    <a:pt x="2382" y="36"/>
                    <a:pt x="2216" y="108"/>
                  </a:cubicBezTo>
                  <a:cubicBezTo>
                    <a:pt x="1858" y="251"/>
                    <a:pt x="1596" y="512"/>
                    <a:pt x="1454" y="846"/>
                  </a:cubicBezTo>
                  <a:cubicBezTo>
                    <a:pt x="1335" y="1155"/>
                    <a:pt x="1311" y="1489"/>
                    <a:pt x="1406" y="1775"/>
                  </a:cubicBezTo>
                  <a:lnTo>
                    <a:pt x="739" y="1775"/>
                  </a:lnTo>
                  <a:cubicBezTo>
                    <a:pt x="644" y="1775"/>
                    <a:pt x="572" y="1798"/>
                    <a:pt x="501" y="1822"/>
                  </a:cubicBezTo>
                  <a:lnTo>
                    <a:pt x="311" y="1394"/>
                  </a:lnTo>
                  <a:cubicBezTo>
                    <a:pt x="293" y="1342"/>
                    <a:pt x="239" y="1303"/>
                    <a:pt x="183" y="1303"/>
                  </a:cubicBezTo>
                  <a:cubicBezTo>
                    <a:pt x="162" y="1303"/>
                    <a:pt x="140" y="1309"/>
                    <a:pt x="120" y="1322"/>
                  </a:cubicBezTo>
                  <a:cubicBezTo>
                    <a:pt x="49" y="1346"/>
                    <a:pt x="1" y="1441"/>
                    <a:pt x="49" y="1513"/>
                  </a:cubicBezTo>
                  <a:lnTo>
                    <a:pt x="263" y="2037"/>
                  </a:lnTo>
                  <a:cubicBezTo>
                    <a:pt x="215" y="2132"/>
                    <a:pt x="191" y="2227"/>
                    <a:pt x="191" y="2322"/>
                  </a:cubicBezTo>
                  <a:lnTo>
                    <a:pt x="191" y="4537"/>
                  </a:lnTo>
                  <a:cubicBezTo>
                    <a:pt x="191" y="4632"/>
                    <a:pt x="263" y="4704"/>
                    <a:pt x="334" y="4704"/>
                  </a:cubicBezTo>
                  <a:cubicBezTo>
                    <a:pt x="430" y="4704"/>
                    <a:pt x="501" y="4632"/>
                    <a:pt x="501" y="4537"/>
                  </a:cubicBezTo>
                  <a:lnTo>
                    <a:pt x="501" y="2322"/>
                  </a:lnTo>
                  <a:cubicBezTo>
                    <a:pt x="501" y="2179"/>
                    <a:pt x="596" y="2084"/>
                    <a:pt x="739" y="2084"/>
                  </a:cubicBezTo>
                  <a:lnTo>
                    <a:pt x="4907" y="2084"/>
                  </a:lnTo>
                  <a:cubicBezTo>
                    <a:pt x="5002" y="2084"/>
                    <a:pt x="5073" y="2013"/>
                    <a:pt x="5073" y="1918"/>
                  </a:cubicBezTo>
                  <a:cubicBezTo>
                    <a:pt x="5073" y="1846"/>
                    <a:pt x="5002" y="1775"/>
                    <a:pt x="4907" y="1775"/>
                  </a:cubicBezTo>
                  <a:lnTo>
                    <a:pt x="4073" y="1775"/>
                  </a:lnTo>
                  <a:cubicBezTo>
                    <a:pt x="4168" y="1465"/>
                    <a:pt x="4145" y="1155"/>
                    <a:pt x="4026" y="846"/>
                  </a:cubicBezTo>
                  <a:cubicBezTo>
                    <a:pt x="3883" y="512"/>
                    <a:pt x="3597" y="251"/>
                    <a:pt x="3264" y="108"/>
                  </a:cubicBezTo>
                  <a:cubicBezTo>
                    <a:pt x="3097" y="36"/>
                    <a:pt x="2918" y="0"/>
                    <a:pt x="2740" y="0"/>
                  </a:cubicBezTo>
                  <a:close/>
                </a:path>
              </a:pathLst>
            </a:custGeom>
            <a:solidFill>
              <a:srgbClr val="FD0C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 name="Google Shape;2824;p94">
              <a:extLst>
                <a:ext uri="{FF2B5EF4-FFF2-40B4-BE49-F238E27FC236}">
                  <a16:creationId xmlns:a16="http://schemas.microsoft.com/office/drawing/2014/main" id="{02B037F2-DC45-4341-8A79-CB3209AED39D}"/>
                </a:ext>
              </a:extLst>
            </p:cNvPr>
            <p:cNvSpPr/>
            <p:nvPr/>
          </p:nvSpPr>
          <p:spPr>
            <a:xfrm>
              <a:off x="4130793" y="2276448"/>
              <a:ext cx="47298" cy="25662"/>
            </a:xfrm>
            <a:custGeom>
              <a:avLst/>
              <a:gdLst/>
              <a:ahLst/>
              <a:cxnLst/>
              <a:rect l="l" t="t" r="r" b="b"/>
              <a:pathLst>
                <a:path w="1406" h="746" extrusionOk="0">
                  <a:moveTo>
                    <a:pt x="1207" y="1"/>
                  </a:moveTo>
                  <a:cubicBezTo>
                    <a:pt x="1193" y="1"/>
                    <a:pt x="1180" y="3"/>
                    <a:pt x="1167" y="7"/>
                  </a:cubicBezTo>
                  <a:lnTo>
                    <a:pt x="119" y="460"/>
                  </a:lnTo>
                  <a:cubicBezTo>
                    <a:pt x="48" y="483"/>
                    <a:pt x="0" y="579"/>
                    <a:pt x="24" y="650"/>
                  </a:cubicBezTo>
                  <a:cubicBezTo>
                    <a:pt x="48" y="721"/>
                    <a:pt x="119" y="745"/>
                    <a:pt x="167" y="745"/>
                  </a:cubicBezTo>
                  <a:lnTo>
                    <a:pt x="215" y="745"/>
                  </a:lnTo>
                  <a:lnTo>
                    <a:pt x="1286" y="293"/>
                  </a:lnTo>
                  <a:cubicBezTo>
                    <a:pt x="1358" y="269"/>
                    <a:pt x="1405" y="174"/>
                    <a:pt x="1358" y="102"/>
                  </a:cubicBezTo>
                  <a:cubicBezTo>
                    <a:pt x="1338" y="44"/>
                    <a:pt x="1270" y="1"/>
                    <a:pt x="1207" y="1"/>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 name="Google Shape;2825;p94">
              <a:extLst>
                <a:ext uri="{FF2B5EF4-FFF2-40B4-BE49-F238E27FC236}">
                  <a16:creationId xmlns:a16="http://schemas.microsoft.com/office/drawing/2014/main" id="{C50B4741-907E-42DE-BA0B-3176B42ED322}"/>
                </a:ext>
              </a:extLst>
            </p:cNvPr>
            <p:cNvSpPr/>
            <p:nvPr/>
          </p:nvSpPr>
          <p:spPr>
            <a:xfrm>
              <a:off x="4137992" y="2301423"/>
              <a:ext cx="25667" cy="16237"/>
            </a:xfrm>
            <a:custGeom>
              <a:avLst/>
              <a:gdLst/>
              <a:ahLst/>
              <a:cxnLst/>
              <a:rect l="l" t="t" r="r" b="b"/>
              <a:pathLst>
                <a:path w="763" h="472" extrusionOk="0">
                  <a:moveTo>
                    <a:pt x="599" y="0"/>
                  </a:moveTo>
                  <a:cubicBezTo>
                    <a:pt x="576" y="0"/>
                    <a:pt x="551" y="6"/>
                    <a:pt x="525" y="19"/>
                  </a:cubicBezTo>
                  <a:lnTo>
                    <a:pt x="96" y="186"/>
                  </a:lnTo>
                  <a:cubicBezTo>
                    <a:pt x="24" y="234"/>
                    <a:pt x="1" y="305"/>
                    <a:pt x="24" y="376"/>
                  </a:cubicBezTo>
                  <a:cubicBezTo>
                    <a:pt x="48" y="448"/>
                    <a:pt x="96" y="472"/>
                    <a:pt x="167" y="472"/>
                  </a:cubicBezTo>
                  <a:lnTo>
                    <a:pt x="215" y="472"/>
                  </a:lnTo>
                  <a:lnTo>
                    <a:pt x="644" y="281"/>
                  </a:lnTo>
                  <a:cubicBezTo>
                    <a:pt x="715" y="257"/>
                    <a:pt x="763" y="162"/>
                    <a:pt x="739" y="91"/>
                  </a:cubicBezTo>
                  <a:cubicBezTo>
                    <a:pt x="705" y="39"/>
                    <a:pt x="658" y="0"/>
                    <a:pt x="599" y="0"/>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 name="Google Shape;2826;p94">
              <a:extLst>
                <a:ext uri="{FF2B5EF4-FFF2-40B4-BE49-F238E27FC236}">
                  <a16:creationId xmlns:a16="http://schemas.microsoft.com/office/drawing/2014/main" id="{36AB534A-DCD7-4445-B575-A5862273CEB8}"/>
                </a:ext>
              </a:extLst>
            </p:cNvPr>
            <p:cNvSpPr/>
            <p:nvPr/>
          </p:nvSpPr>
          <p:spPr>
            <a:xfrm>
              <a:off x="4161237" y="2507685"/>
              <a:ext cx="35288" cy="9873"/>
            </a:xfrm>
            <a:custGeom>
              <a:avLst/>
              <a:gdLst/>
              <a:ahLst/>
              <a:cxnLst/>
              <a:rect l="l" t="t" r="r" b="b"/>
              <a:pathLst>
                <a:path w="1049" h="287" extrusionOk="0">
                  <a:moveTo>
                    <a:pt x="143" y="1"/>
                  </a:moveTo>
                  <a:cubicBezTo>
                    <a:pt x="72" y="1"/>
                    <a:pt x="0" y="48"/>
                    <a:pt x="0" y="144"/>
                  </a:cubicBezTo>
                  <a:cubicBezTo>
                    <a:pt x="0" y="215"/>
                    <a:pt x="72" y="286"/>
                    <a:pt x="143" y="286"/>
                  </a:cubicBezTo>
                  <a:lnTo>
                    <a:pt x="905" y="286"/>
                  </a:lnTo>
                  <a:cubicBezTo>
                    <a:pt x="977" y="286"/>
                    <a:pt x="1048" y="215"/>
                    <a:pt x="1048" y="144"/>
                  </a:cubicBezTo>
                  <a:cubicBezTo>
                    <a:pt x="1048" y="48"/>
                    <a:pt x="977" y="1"/>
                    <a:pt x="905" y="1"/>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 name="Google Shape;2827;p94">
              <a:extLst>
                <a:ext uri="{FF2B5EF4-FFF2-40B4-BE49-F238E27FC236}">
                  <a16:creationId xmlns:a16="http://schemas.microsoft.com/office/drawing/2014/main" id="{B5DD2815-B50D-4491-A04C-6F99AB0237E5}"/>
                </a:ext>
              </a:extLst>
            </p:cNvPr>
            <p:cNvSpPr/>
            <p:nvPr/>
          </p:nvSpPr>
          <p:spPr>
            <a:xfrm>
              <a:off x="4161237" y="2525711"/>
              <a:ext cx="81745" cy="10698"/>
            </a:xfrm>
            <a:custGeom>
              <a:avLst/>
              <a:gdLst/>
              <a:ahLst/>
              <a:cxnLst/>
              <a:rect l="l" t="t" r="r" b="b"/>
              <a:pathLst>
                <a:path w="2430" h="311" extrusionOk="0">
                  <a:moveTo>
                    <a:pt x="143" y="1"/>
                  </a:moveTo>
                  <a:cubicBezTo>
                    <a:pt x="72" y="1"/>
                    <a:pt x="0" y="72"/>
                    <a:pt x="0" y="143"/>
                  </a:cubicBezTo>
                  <a:cubicBezTo>
                    <a:pt x="0" y="239"/>
                    <a:pt x="72" y="310"/>
                    <a:pt x="143" y="310"/>
                  </a:cubicBezTo>
                  <a:lnTo>
                    <a:pt x="2286" y="310"/>
                  </a:lnTo>
                  <a:cubicBezTo>
                    <a:pt x="2358" y="310"/>
                    <a:pt x="2429" y="239"/>
                    <a:pt x="2429" y="143"/>
                  </a:cubicBezTo>
                  <a:cubicBezTo>
                    <a:pt x="2429" y="72"/>
                    <a:pt x="2358" y="1"/>
                    <a:pt x="2286" y="1"/>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4" name="Google Shape;2805;p94">
            <a:extLst>
              <a:ext uri="{FF2B5EF4-FFF2-40B4-BE49-F238E27FC236}">
                <a16:creationId xmlns:a16="http://schemas.microsoft.com/office/drawing/2014/main" id="{5E434E9D-30AC-45F0-A79E-53D93704F0BF}"/>
              </a:ext>
            </a:extLst>
          </p:cNvPr>
          <p:cNvGrpSpPr/>
          <p:nvPr/>
        </p:nvGrpSpPr>
        <p:grpSpPr>
          <a:xfrm>
            <a:off x="9757324" y="1749715"/>
            <a:ext cx="738604" cy="694944"/>
            <a:chOff x="4754041" y="2231625"/>
            <a:chExt cx="340538" cy="322810"/>
          </a:xfrm>
        </p:grpSpPr>
        <p:sp>
          <p:nvSpPr>
            <p:cNvPr id="98" name="Google Shape;2806;p94">
              <a:extLst>
                <a:ext uri="{FF2B5EF4-FFF2-40B4-BE49-F238E27FC236}">
                  <a16:creationId xmlns:a16="http://schemas.microsoft.com/office/drawing/2014/main" id="{DF5EB72A-9714-47B1-AA38-FD4B1CF31477}"/>
                </a:ext>
              </a:extLst>
            </p:cNvPr>
            <p:cNvSpPr/>
            <p:nvPr/>
          </p:nvSpPr>
          <p:spPr>
            <a:xfrm>
              <a:off x="4754041" y="2231625"/>
              <a:ext cx="340538" cy="322810"/>
            </a:xfrm>
            <a:custGeom>
              <a:avLst/>
              <a:gdLst/>
              <a:ahLst/>
              <a:cxnLst/>
              <a:rect l="l" t="t" r="r" b="b"/>
              <a:pathLst>
                <a:path w="10123" h="9384" extrusionOk="0">
                  <a:moveTo>
                    <a:pt x="5073" y="8550"/>
                  </a:moveTo>
                  <a:cubicBezTo>
                    <a:pt x="5216" y="8550"/>
                    <a:pt x="5335" y="8669"/>
                    <a:pt x="5335" y="8812"/>
                  </a:cubicBezTo>
                  <a:cubicBezTo>
                    <a:pt x="5335" y="8954"/>
                    <a:pt x="5216" y="9097"/>
                    <a:pt x="5073" y="9097"/>
                  </a:cubicBezTo>
                  <a:cubicBezTo>
                    <a:pt x="4907" y="9097"/>
                    <a:pt x="4788" y="8954"/>
                    <a:pt x="4788" y="8812"/>
                  </a:cubicBezTo>
                  <a:cubicBezTo>
                    <a:pt x="4788" y="8669"/>
                    <a:pt x="4907" y="8550"/>
                    <a:pt x="5073" y="8550"/>
                  </a:cubicBezTo>
                  <a:close/>
                  <a:moveTo>
                    <a:pt x="358" y="0"/>
                  </a:moveTo>
                  <a:cubicBezTo>
                    <a:pt x="168" y="0"/>
                    <a:pt x="1" y="167"/>
                    <a:pt x="1" y="357"/>
                  </a:cubicBezTo>
                  <a:lnTo>
                    <a:pt x="1" y="953"/>
                  </a:lnTo>
                  <a:cubicBezTo>
                    <a:pt x="1" y="1143"/>
                    <a:pt x="144" y="1286"/>
                    <a:pt x="334" y="1286"/>
                  </a:cubicBezTo>
                  <a:lnTo>
                    <a:pt x="334" y="5168"/>
                  </a:lnTo>
                  <a:cubicBezTo>
                    <a:pt x="334" y="5239"/>
                    <a:pt x="406" y="5311"/>
                    <a:pt x="477" y="5311"/>
                  </a:cubicBezTo>
                  <a:cubicBezTo>
                    <a:pt x="572" y="5311"/>
                    <a:pt x="644" y="5263"/>
                    <a:pt x="644" y="5168"/>
                  </a:cubicBezTo>
                  <a:lnTo>
                    <a:pt x="644" y="1286"/>
                  </a:lnTo>
                  <a:lnTo>
                    <a:pt x="7741" y="1286"/>
                  </a:lnTo>
                  <a:cubicBezTo>
                    <a:pt x="7812" y="1286"/>
                    <a:pt x="7884" y="1239"/>
                    <a:pt x="7884" y="1143"/>
                  </a:cubicBezTo>
                  <a:cubicBezTo>
                    <a:pt x="7884" y="1072"/>
                    <a:pt x="7812" y="1000"/>
                    <a:pt x="7741" y="1000"/>
                  </a:cubicBezTo>
                  <a:lnTo>
                    <a:pt x="358" y="1000"/>
                  </a:lnTo>
                  <a:cubicBezTo>
                    <a:pt x="334" y="1000"/>
                    <a:pt x="311" y="977"/>
                    <a:pt x="311" y="953"/>
                  </a:cubicBezTo>
                  <a:lnTo>
                    <a:pt x="311" y="357"/>
                  </a:lnTo>
                  <a:cubicBezTo>
                    <a:pt x="311" y="310"/>
                    <a:pt x="334" y="286"/>
                    <a:pt x="358" y="286"/>
                  </a:cubicBezTo>
                  <a:lnTo>
                    <a:pt x="9789" y="286"/>
                  </a:lnTo>
                  <a:cubicBezTo>
                    <a:pt x="9812" y="286"/>
                    <a:pt x="9836" y="334"/>
                    <a:pt x="9836" y="357"/>
                  </a:cubicBezTo>
                  <a:lnTo>
                    <a:pt x="9836" y="953"/>
                  </a:lnTo>
                  <a:cubicBezTo>
                    <a:pt x="9836" y="977"/>
                    <a:pt x="9812" y="1000"/>
                    <a:pt x="9789" y="1000"/>
                  </a:cubicBezTo>
                  <a:lnTo>
                    <a:pt x="8407" y="1000"/>
                  </a:lnTo>
                  <a:cubicBezTo>
                    <a:pt x="8312" y="1000"/>
                    <a:pt x="8241" y="1072"/>
                    <a:pt x="8241" y="1143"/>
                  </a:cubicBezTo>
                  <a:cubicBezTo>
                    <a:pt x="8241" y="1239"/>
                    <a:pt x="8312" y="1286"/>
                    <a:pt x="8407" y="1286"/>
                  </a:cubicBezTo>
                  <a:lnTo>
                    <a:pt x="9503" y="1286"/>
                  </a:lnTo>
                  <a:lnTo>
                    <a:pt x="9503" y="7335"/>
                  </a:lnTo>
                  <a:cubicBezTo>
                    <a:pt x="9503" y="7359"/>
                    <a:pt x="9479" y="7383"/>
                    <a:pt x="9455" y="7383"/>
                  </a:cubicBezTo>
                  <a:lnTo>
                    <a:pt x="692" y="7383"/>
                  </a:lnTo>
                  <a:cubicBezTo>
                    <a:pt x="668" y="7383"/>
                    <a:pt x="644" y="7359"/>
                    <a:pt x="644" y="7335"/>
                  </a:cubicBezTo>
                  <a:lnTo>
                    <a:pt x="644" y="5835"/>
                  </a:lnTo>
                  <a:cubicBezTo>
                    <a:pt x="644" y="5740"/>
                    <a:pt x="572" y="5692"/>
                    <a:pt x="477" y="5692"/>
                  </a:cubicBezTo>
                  <a:cubicBezTo>
                    <a:pt x="406" y="5692"/>
                    <a:pt x="334" y="5740"/>
                    <a:pt x="334" y="5835"/>
                  </a:cubicBezTo>
                  <a:lnTo>
                    <a:pt x="334" y="7335"/>
                  </a:lnTo>
                  <a:cubicBezTo>
                    <a:pt x="334" y="7526"/>
                    <a:pt x="501" y="7668"/>
                    <a:pt x="692" y="7668"/>
                  </a:cubicBezTo>
                  <a:lnTo>
                    <a:pt x="4907" y="7668"/>
                  </a:lnTo>
                  <a:lnTo>
                    <a:pt x="4907" y="8264"/>
                  </a:lnTo>
                  <a:cubicBezTo>
                    <a:pt x="4669" y="8335"/>
                    <a:pt x="4502" y="8550"/>
                    <a:pt x="4502" y="8812"/>
                  </a:cubicBezTo>
                  <a:cubicBezTo>
                    <a:pt x="4502" y="9121"/>
                    <a:pt x="4740" y="9383"/>
                    <a:pt x="5073" y="9383"/>
                  </a:cubicBezTo>
                  <a:cubicBezTo>
                    <a:pt x="5383" y="9383"/>
                    <a:pt x="5621" y="9121"/>
                    <a:pt x="5621" y="8812"/>
                  </a:cubicBezTo>
                  <a:cubicBezTo>
                    <a:pt x="5621" y="8550"/>
                    <a:pt x="5454" y="8335"/>
                    <a:pt x="5216" y="8264"/>
                  </a:cubicBezTo>
                  <a:lnTo>
                    <a:pt x="5216" y="7668"/>
                  </a:lnTo>
                  <a:lnTo>
                    <a:pt x="9431" y="7668"/>
                  </a:lnTo>
                  <a:cubicBezTo>
                    <a:pt x="9622" y="7668"/>
                    <a:pt x="9789" y="7526"/>
                    <a:pt x="9789" y="7335"/>
                  </a:cubicBezTo>
                  <a:lnTo>
                    <a:pt x="9789" y="1286"/>
                  </a:lnTo>
                  <a:cubicBezTo>
                    <a:pt x="9979" y="1286"/>
                    <a:pt x="10122" y="1143"/>
                    <a:pt x="10122" y="953"/>
                  </a:cubicBezTo>
                  <a:lnTo>
                    <a:pt x="10122" y="357"/>
                  </a:lnTo>
                  <a:cubicBezTo>
                    <a:pt x="10122" y="167"/>
                    <a:pt x="9979" y="0"/>
                    <a:pt x="9789" y="0"/>
                  </a:cubicBezTo>
                  <a:close/>
                </a:path>
              </a:pathLst>
            </a:custGeom>
            <a:solidFill>
              <a:srgbClr val="FD0C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 name="Google Shape;2807;p94">
              <a:extLst>
                <a:ext uri="{FF2B5EF4-FFF2-40B4-BE49-F238E27FC236}">
                  <a16:creationId xmlns:a16="http://schemas.microsoft.com/office/drawing/2014/main" id="{03D26D72-6983-4EF2-8819-908F4C3C60E4}"/>
                </a:ext>
              </a:extLst>
            </p:cNvPr>
            <p:cNvSpPr/>
            <p:nvPr/>
          </p:nvSpPr>
          <p:spPr>
            <a:xfrm>
              <a:off x="5011219" y="2437234"/>
              <a:ext cx="45683" cy="9873"/>
            </a:xfrm>
            <a:custGeom>
              <a:avLst/>
              <a:gdLst/>
              <a:ahLst/>
              <a:cxnLst/>
              <a:rect l="l" t="t" r="r" b="b"/>
              <a:pathLst>
                <a:path w="1358" h="287" extrusionOk="0">
                  <a:moveTo>
                    <a:pt x="167" y="1"/>
                  </a:moveTo>
                  <a:cubicBezTo>
                    <a:pt x="72" y="1"/>
                    <a:pt x="0" y="72"/>
                    <a:pt x="0" y="144"/>
                  </a:cubicBezTo>
                  <a:cubicBezTo>
                    <a:pt x="0" y="239"/>
                    <a:pt x="72" y="286"/>
                    <a:pt x="167" y="286"/>
                  </a:cubicBezTo>
                  <a:lnTo>
                    <a:pt x="1191" y="286"/>
                  </a:lnTo>
                  <a:cubicBezTo>
                    <a:pt x="1286" y="286"/>
                    <a:pt x="1358" y="239"/>
                    <a:pt x="1358" y="144"/>
                  </a:cubicBezTo>
                  <a:cubicBezTo>
                    <a:pt x="1334" y="72"/>
                    <a:pt x="1286" y="1"/>
                    <a:pt x="1191" y="1"/>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 name="Google Shape;2808;p94">
              <a:extLst>
                <a:ext uri="{FF2B5EF4-FFF2-40B4-BE49-F238E27FC236}">
                  <a16:creationId xmlns:a16="http://schemas.microsoft.com/office/drawing/2014/main" id="{F73A84BD-EA2A-4D95-A6B3-BA2F7CC3FA17}"/>
                </a:ext>
              </a:extLst>
            </p:cNvPr>
            <p:cNvSpPr/>
            <p:nvPr/>
          </p:nvSpPr>
          <p:spPr>
            <a:xfrm>
              <a:off x="4976772" y="2455259"/>
              <a:ext cx="80130" cy="10698"/>
            </a:xfrm>
            <a:custGeom>
              <a:avLst/>
              <a:gdLst/>
              <a:ahLst/>
              <a:cxnLst/>
              <a:rect l="l" t="t" r="r" b="b"/>
              <a:pathLst>
                <a:path w="2382" h="311" extrusionOk="0">
                  <a:moveTo>
                    <a:pt x="143" y="1"/>
                  </a:moveTo>
                  <a:cubicBezTo>
                    <a:pt x="72" y="1"/>
                    <a:pt x="0" y="72"/>
                    <a:pt x="0" y="143"/>
                  </a:cubicBezTo>
                  <a:cubicBezTo>
                    <a:pt x="0" y="239"/>
                    <a:pt x="72" y="310"/>
                    <a:pt x="143" y="310"/>
                  </a:cubicBezTo>
                  <a:lnTo>
                    <a:pt x="2215" y="310"/>
                  </a:lnTo>
                  <a:cubicBezTo>
                    <a:pt x="2310" y="310"/>
                    <a:pt x="2382" y="239"/>
                    <a:pt x="2382" y="143"/>
                  </a:cubicBezTo>
                  <a:cubicBezTo>
                    <a:pt x="2382" y="72"/>
                    <a:pt x="2310" y="1"/>
                    <a:pt x="2215" y="1"/>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 name="Google Shape;2809;p94">
              <a:extLst>
                <a:ext uri="{FF2B5EF4-FFF2-40B4-BE49-F238E27FC236}">
                  <a16:creationId xmlns:a16="http://schemas.microsoft.com/office/drawing/2014/main" id="{790C7646-D6B3-419D-BDF3-09F1AA2B3135}"/>
                </a:ext>
              </a:extLst>
            </p:cNvPr>
            <p:cNvSpPr/>
            <p:nvPr/>
          </p:nvSpPr>
          <p:spPr>
            <a:xfrm>
              <a:off x="4976772" y="2302902"/>
              <a:ext cx="16854" cy="10664"/>
            </a:xfrm>
            <a:custGeom>
              <a:avLst/>
              <a:gdLst/>
              <a:ahLst/>
              <a:cxnLst/>
              <a:rect l="l" t="t" r="r" b="b"/>
              <a:pathLst>
                <a:path w="501" h="310" extrusionOk="0">
                  <a:moveTo>
                    <a:pt x="143" y="0"/>
                  </a:moveTo>
                  <a:cubicBezTo>
                    <a:pt x="72" y="0"/>
                    <a:pt x="0" y="72"/>
                    <a:pt x="0" y="143"/>
                  </a:cubicBezTo>
                  <a:cubicBezTo>
                    <a:pt x="0" y="238"/>
                    <a:pt x="72" y="310"/>
                    <a:pt x="143" y="310"/>
                  </a:cubicBezTo>
                  <a:lnTo>
                    <a:pt x="334" y="310"/>
                  </a:lnTo>
                  <a:cubicBezTo>
                    <a:pt x="429" y="310"/>
                    <a:pt x="500" y="238"/>
                    <a:pt x="500" y="143"/>
                  </a:cubicBezTo>
                  <a:cubicBezTo>
                    <a:pt x="500" y="72"/>
                    <a:pt x="429" y="0"/>
                    <a:pt x="334" y="0"/>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 name="Google Shape;2810;p94">
              <a:extLst>
                <a:ext uri="{FF2B5EF4-FFF2-40B4-BE49-F238E27FC236}">
                  <a16:creationId xmlns:a16="http://schemas.microsoft.com/office/drawing/2014/main" id="{8FB3E07A-5D5E-4301-807A-B5A2E27785E1}"/>
                </a:ext>
              </a:extLst>
            </p:cNvPr>
            <p:cNvSpPr/>
            <p:nvPr/>
          </p:nvSpPr>
          <p:spPr>
            <a:xfrm>
              <a:off x="5001598" y="2302902"/>
              <a:ext cx="55304" cy="10664"/>
            </a:xfrm>
            <a:custGeom>
              <a:avLst/>
              <a:gdLst/>
              <a:ahLst/>
              <a:cxnLst/>
              <a:rect l="l" t="t" r="r" b="b"/>
              <a:pathLst>
                <a:path w="1644" h="310" extrusionOk="0">
                  <a:moveTo>
                    <a:pt x="143" y="0"/>
                  </a:moveTo>
                  <a:cubicBezTo>
                    <a:pt x="72" y="0"/>
                    <a:pt x="1" y="72"/>
                    <a:pt x="1" y="143"/>
                  </a:cubicBezTo>
                  <a:cubicBezTo>
                    <a:pt x="1" y="238"/>
                    <a:pt x="72" y="310"/>
                    <a:pt x="143" y="310"/>
                  </a:cubicBezTo>
                  <a:lnTo>
                    <a:pt x="1477" y="310"/>
                  </a:lnTo>
                  <a:cubicBezTo>
                    <a:pt x="1572" y="310"/>
                    <a:pt x="1644" y="238"/>
                    <a:pt x="1644" y="143"/>
                  </a:cubicBezTo>
                  <a:cubicBezTo>
                    <a:pt x="1644" y="72"/>
                    <a:pt x="1572" y="0"/>
                    <a:pt x="1477" y="0"/>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 name="Google Shape;2811;p94">
              <a:extLst>
                <a:ext uri="{FF2B5EF4-FFF2-40B4-BE49-F238E27FC236}">
                  <a16:creationId xmlns:a16="http://schemas.microsoft.com/office/drawing/2014/main" id="{EC9E0779-D157-4AE3-A4AE-1572197E3A61}"/>
                </a:ext>
              </a:extLst>
            </p:cNvPr>
            <p:cNvSpPr/>
            <p:nvPr/>
          </p:nvSpPr>
          <p:spPr>
            <a:xfrm>
              <a:off x="4976772" y="2321719"/>
              <a:ext cx="80130" cy="9873"/>
            </a:xfrm>
            <a:custGeom>
              <a:avLst/>
              <a:gdLst/>
              <a:ahLst/>
              <a:cxnLst/>
              <a:rect l="l" t="t" r="r" b="b"/>
              <a:pathLst>
                <a:path w="2382" h="287" extrusionOk="0">
                  <a:moveTo>
                    <a:pt x="143" y="1"/>
                  </a:moveTo>
                  <a:cubicBezTo>
                    <a:pt x="72" y="1"/>
                    <a:pt x="0" y="48"/>
                    <a:pt x="0" y="144"/>
                  </a:cubicBezTo>
                  <a:cubicBezTo>
                    <a:pt x="0" y="215"/>
                    <a:pt x="72" y="287"/>
                    <a:pt x="143" y="287"/>
                  </a:cubicBezTo>
                  <a:lnTo>
                    <a:pt x="2215" y="287"/>
                  </a:lnTo>
                  <a:cubicBezTo>
                    <a:pt x="2310" y="287"/>
                    <a:pt x="2382" y="215"/>
                    <a:pt x="2382" y="144"/>
                  </a:cubicBezTo>
                  <a:cubicBezTo>
                    <a:pt x="2382" y="48"/>
                    <a:pt x="2310" y="1"/>
                    <a:pt x="2215" y="1"/>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 name="Google Shape;2812;p94">
              <a:extLst>
                <a:ext uri="{FF2B5EF4-FFF2-40B4-BE49-F238E27FC236}">
                  <a16:creationId xmlns:a16="http://schemas.microsoft.com/office/drawing/2014/main" id="{BCFE82E2-ACAF-448C-87DF-5498486058B1}"/>
                </a:ext>
              </a:extLst>
            </p:cNvPr>
            <p:cNvSpPr/>
            <p:nvPr/>
          </p:nvSpPr>
          <p:spPr>
            <a:xfrm>
              <a:off x="4976772" y="2352025"/>
              <a:ext cx="80130" cy="65601"/>
            </a:xfrm>
            <a:custGeom>
              <a:avLst/>
              <a:gdLst/>
              <a:ahLst/>
              <a:cxnLst/>
              <a:rect l="l" t="t" r="r" b="b"/>
              <a:pathLst>
                <a:path w="2382" h="1907" extrusionOk="0">
                  <a:moveTo>
                    <a:pt x="143" y="1"/>
                  </a:moveTo>
                  <a:cubicBezTo>
                    <a:pt x="48" y="1"/>
                    <a:pt x="0" y="49"/>
                    <a:pt x="0" y="144"/>
                  </a:cubicBezTo>
                  <a:lnTo>
                    <a:pt x="0" y="1763"/>
                  </a:lnTo>
                  <a:cubicBezTo>
                    <a:pt x="0" y="1835"/>
                    <a:pt x="72" y="1906"/>
                    <a:pt x="143" y="1906"/>
                  </a:cubicBezTo>
                  <a:lnTo>
                    <a:pt x="2215" y="1906"/>
                  </a:lnTo>
                  <a:cubicBezTo>
                    <a:pt x="2310" y="1906"/>
                    <a:pt x="2382" y="1835"/>
                    <a:pt x="2382" y="1763"/>
                  </a:cubicBezTo>
                  <a:cubicBezTo>
                    <a:pt x="2382" y="1668"/>
                    <a:pt x="2310" y="1597"/>
                    <a:pt x="2215" y="1597"/>
                  </a:cubicBezTo>
                  <a:lnTo>
                    <a:pt x="1858" y="1597"/>
                  </a:lnTo>
                  <a:lnTo>
                    <a:pt x="1858" y="311"/>
                  </a:lnTo>
                  <a:cubicBezTo>
                    <a:pt x="1858" y="239"/>
                    <a:pt x="1786" y="168"/>
                    <a:pt x="1715" y="168"/>
                  </a:cubicBezTo>
                  <a:cubicBezTo>
                    <a:pt x="1644" y="168"/>
                    <a:pt x="1572" y="239"/>
                    <a:pt x="1572" y="311"/>
                  </a:cubicBezTo>
                  <a:lnTo>
                    <a:pt x="1572" y="1597"/>
                  </a:lnTo>
                  <a:lnTo>
                    <a:pt x="1334" y="1597"/>
                  </a:lnTo>
                  <a:lnTo>
                    <a:pt x="1334" y="1120"/>
                  </a:lnTo>
                  <a:cubicBezTo>
                    <a:pt x="1334" y="1049"/>
                    <a:pt x="1263" y="977"/>
                    <a:pt x="1191" y="977"/>
                  </a:cubicBezTo>
                  <a:cubicBezTo>
                    <a:pt x="1096" y="977"/>
                    <a:pt x="1024" y="1049"/>
                    <a:pt x="1024" y="1120"/>
                  </a:cubicBezTo>
                  <a:lnTo>
                    <a:pt x="1024" y="1597"/>
                  </a:lnTo>
                  <a:lnTo>
                    <a:pt x="786" y="1597"/>
                  </a:lnTo>
                  <a:lnTo>
                    <a:pt x="786" y="763"/>
                  </a:lnTo>
                  <a:cubicBezTo>
                    <a:pt x="786" y="668"/>
                    <a:pt x="739" y="596"/>
                    <a:pt x="643" y="596"/>
                  </a:cubicBezTo>
                  <a:cubicBezTo>
                    <a:pt x="572" y="596"/>
                    <a:pt x="500" y="668"/>
                    <a:pt x="500" y="763"/>
                  </a:cubicBezTo>
                  <a:lnTo>
                    <a:pt x="500" y="1597"/>
                  </a:lnTo>
                  <a:lnTo>
                    <a:pt x="286" y="1597"/>
                  </a:lnTo>
                  <a:lnTo>
                    <a:pt x="286" y="144"/>
                  </a:lnTo>
                  <a:cubicBezTo>
                    <a:pt x="286" y="72"/>
                    <a:pt x="215" y="1"/>
                    <a:pt x="143" y="1"/>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 name="Google Shape;2813;p94">
              <a:extLst>
                <a:ext uri="{FF2B5EF4-FFF2-40B4-BE49-F238E27FC236}">
                  <a16:creationId xmlns:a16="http://schemas.microsoft.com/office/drawing/2014/main" id="{FC69A224-7204-4F13-827A-8F6CFF13CA93}"/>
                </a:ext>
              </a:extLst>
            </p:cNvPr>
            <p:cNvSpPr/>
            <p:nvPr/>
          </p:nvSpPr>
          <p:spPr>
            <a:xfrm>
              <a:off x="4789296" y="2294680"/>
              <a:ext cx="168267" cy="172069"/>
            </a:xfrm>
            <a:custGeom>
              <a:avLst/>
              <a:gdLst/>
              <a:ahLst/>
              <a:cxnLst/>
              <a:rect l="l" t="t" r="r" b="b"/>
              <a:pathLst>
                <a:path w="5002" h="5002" extrusionOk="0">
                  <a:moveTo>
                    <a:pt x="2501" y="1215"/>
                  </a:moveTo>
                  <a:cubicBezTo>
                    <a:pt x="3216" y="1215"/>
                    <a:pt x="3811" y="1787"/>
                    <a:pt x="3811" y="2501"/>
                  </a:cubicBezTo>
                  <a:cubicBezTo>
                    <a:pt x="3811" y="3240"/>
                    <a:pt x="3216" y="3811"/>
                    <a:pt x="2501" y="3811"/>
                  </a:cubicBezTo>
                  <a:cubicBezTo>
                    <a:pt x="1787" y="3811"/>
                    <a:pt x="1215" y="3216"/>
                    <a:pt x="1215" y="2501"/>
                  </a:cubicBezTo>
                  <a:cubicBezTo>
                    <a:pt x="1215" y="1787"/>
                    <a:pt x="1787" y="1215"/>
                    <a:pt x="2501" y="1215"/>
                  </a:cubicBezTo>
                  <a:close/>
                  <a:moveTo>
                    <a:pt x="4692" y="2668"/>
                  </a:moveTo>
                  <a:cubicBezTo>
                    <a:pt x="4668" y="3121"/>
                    <a:pt x="4502" y="3549"/>
                    <a:pt x="4216" y="3883"/>
                  </a:cubicBezTo>
                  <a:lnTo>
                    <a:pt x="3787" y="3454"/>
                  </a:lnTo>
                  <a:cubicBezTo>
                    <a:pt x="3954" y="3216"/>
                    <a:pt x="4073" y="2954"/>
                    <a:pt x="4097" y="2668"/>
                  </a:cubicBezTo>
                  <a:close/>
                  <a:moveTo>
                    <a:pt x="2358" y="311"/>
                  </a:moveTo>
                  <a:lnTo>
                    <a:pt x="2358" y="930"/>
                  </a:lnTo>
                  <a:cubicBezTo>
                    <a:pt x="1549" y="1001"/>
                    <a:pt x="906" y="1692"/>
                    <a:pt x="906" y="2501"/>
                  </a:cubicBezTo>
                  <a:cubicBezTo>
                    <a:pt x="906" y="3383"/>
                    <a:pt x="1620" y="4097"/>
                    <a:pt x="2501" y="4097"/>
                  </a:cubicBezTo>
                  <a:cubicBezTo>
                    <a:pt x="2930" y="4097"/>
                    <a:pt x="3311" y="3954"/>
                    <a:pt x="3597" y="3668"/>
                  </a:cubicBezTo>
                  <a:cubicBezTo>
                    <a:pt x="3740" y="3811"/>
                    <a:pt x="3883" y="3954"/>
                    <a:pt x="4025" y="4097"/>
                  </a:cubicBezTo>
                  <a:cubicBezTo>
                    <a:pt x="3644" y="4478"/>
                    <a:pt x="3097" y="4716"/>
                    <a:pt x="2501" y="4716"/>
                  </a:cubicBezTo>
                  <a:cubicBezTo>
                    <a:pt x="1287" y="4716"/>
                    <a:pt x="310" y="3716"/>
                    <a:pt x="310" y="2501"/>
                  </a:cubicBezTo>
                  <a:cubicBezTo>
                    <a:pt x="310" y="1335"/>
                    <a:pt x="1215" y="382"/>
                    <a:pt x="2358" y="311"/>
                  </a:cubicBezTo>
                  <a:close/>
                  <a:moveTo>
                    <a:pt x="2501" y="1"/>
                  </a:moveTo>
                  <a:cubicBezTo>
                    <a:pt x="1120" y="1"/>
                    <a:pt x="1" y="1144"/>
                    <a:pt x="1" y="2501"/>
                  </a:cubicBezTo>
                  <a:cubicBezTo>
                    <a:pt x="1" y="3883"/>
                    <a:pt x="1120" y="5002"/>
                    <a:pt x="2501" y="5002"/>
                  </a:cubicBezTo>
                  <a:cubicBezTo>
                    <a:pt x="3883" y="5002"/>
                    <a:pt x="5002" y="3883"/>
                    <a:pt x="5002" y="2501"/>
                  </a:cubicBezTo>
                  <a:cubicBezTo>
                    <a:pt x="5002" y="1978"/>
                    <a:pt x="4835" y="1477"/>
                    <a:pt x="4526" y="1049"/>
                  </a:cubicBezTo>
                  <a:cubicBezTo>
                    <a:pt x="4499" y="1009"/>
                    <a:pt x="4459" y="992"/>
                    <a:pt x="4415" y="992"/>
                  </a:cubicBezTo>
                  <a:cubicBezTo>
                    <a:pt x="4380" y="992"/>
                    <a:pt x="4343" y="1004"/>
                    <a:pt x="4311" y="1025"/>
                  </a:cubicBezTo>
                  <a:cubicBezTo>
                    <a:pt x="4264" y="1073"/>
                    <a:pt x="4240" y="1144"/>
                    <a:pt x="4287" y="1215"/>
                  </a:cubicBezTo>
                  <a:cubicBezTo>
                    <a:pt x="4526" y="1549"/>
                    <a:pt x="4668" y="1954"/>
                    <a:pt x="4692" y="2359"/>
                  </a:cubicBezTo>
                  <a:lnTo>
                    <a:pt x="4097" y="2359"/>
                  </a:lnTo>
                  <a:cubicBezTo>
                    <a:pt x="4025" y="1597"/>
                    <a:pt x="3406" y="1001"/>
                    <a:pt x="2644" y="930"/>
                  </a:cubicBezTo>
                  <a:lnTo>
                    <a:pt x="2644" y="311"/>
                  </a:lnTo>
                  <a:cubicBezTo>
                    <a:pt x="3097" y="334"/>
                    <a:pt x="3501" y="501"/>
                    <a:pt x="3859" y="787"/>
                  </a:cubicBezTo>
                  <a:cubicBezTo>
                    <a:pt x="3886" y="805"/>
                    <a:pt x="3917" y="813"/>
                    <a:pt x="3947" y="813"/>
                  </a:cubicBezTo>
                  <a:cubicBezTo>
                    <a:pt x="3996" y="813"/>
                    <a:pt x="4044" y="792"/>
                    <a:pt x="4073" y="763"/>
                  </a:cubicBezTo>
                  <a:cubicBezTo>
                    <a:pt x="4121" y="692"/>
                    <a:pt x="4121" y="596"/>
                    <a:pt x="4049" y="549"/>
                  </a:cubicBezTo>
                  <a:cubicBezTo>
                    <a:pt x="3597" y="191"/>
                    <a:pt x="3073" y="1"/>
                    <a:pt x="2501" y="1"/>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 name="Google Shape;2814;p94">
              <a:extLst>
                <a:ext uri="{FF2B5EF4-FFF2-40B4-BE49-F238E27FC236}">
                  <a16:creationId xmlns:a16="http://schemas.microsoft.com/office/drawing/2014/main" id="{CC942708-1EED-4719-A7AB-15E25B610BA4}"/>
                </a:ext>
              </a:extLst>
            </p:cNvPr>
            <p:cNvSpPr/>
            <p:nvPr/>
          </p:nvSpPr>
          <p:spPr>
            <a:xfrm>
              <a:off x="4794107" y="2453402"/>
              <a:ext cx="24086" cy="17475"/>
            </a:xfrm>
            <a:custGeom>
              <a:avLst/>
              <a:gdLst/>
              <a:ahLst/>
              <a:cxnLst/>
              <a:rect l="l" t="t" r="r" b="b"/>
              <a:pathLst>
                <a:path w="716" h="508" extrusionOk="0">
                  <a:moveTo>
                    <a:pt x="167" y="1"/>
                  </a:moveTo>
                  <a:cubicBezTo>
                    <a:pt x="132" y="1"/>
                    <a:pt x="96" y="19"/>
                    <a:pt x="72" y="55"/>
                  </a:cubicBezTo>
                  <a:cubicBezTo>
                    <a:pt x="1" y="102"/>
                    <a:pt x="1" y="197"/>
                    <a:pt x="72" y="245"/>
                  </a:cubicBezTo>
                  <a:lnTo>
                    <a:pt x="263" y="459"/>
                  </a:lnTo>
                  <a:cubicBezTo>
                    <a:pt x="286" y="483"/>
                    <a:pt x="334" y="507"/>
                    <a:pt x="358" y="507"/>
                  </a:cubicBezTo>
                  <a:cubicBezTo>
                    <a:pt x="405" y="507"/>
                    <a:pt x="429" y="483"/>
                    <a:pt x="477" y="459"/>
                  </a:cubicBezTo>
                  <a:lnTo>
                    <a:pt x="667" y="245"/>
                  </a:lnTo>
                  <a:cubicBezTo>
                    <a:pt x="715" y="197"/>
                    <a:pt x="715" y="102"/>
                    <a:pt x="667" y="55"/>
                  </a:cubicBezTo>
                  <a:cubicBezTo>
                    <a:pt x="632" y="19"/>
                    <a:pt x="590" y="1"/>
                    <a:pt x="551" y="1"/>
                  </a:cubicBezTo>
                  <a:cubicBezTo>
                    <a:pt x="513" y="1"/>
                    <a:pt x="477" y="19"/>
                    <a:pt x="453" y="55"/>
                  </a:cubicBezTo>
                  <a:lnTo>
                    <a:pt x="358" y="150"/>
                  </a:lnTo>
                  <a:lnTo>
                    <a:pt x="263" y="55"/>
                  </a:lnTo>
                  <a:cubicBezTo>
                    <a:pt x="239" y="19"/>
                    <a:pt x="203" y="1"/>
                    <a:pt x="167" y="1"/>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 name="Google Shape;2815;p94">
              <a:extLst>
                <a:ext uri="{FF2B5EF4-FFF2-40B4-BE49-F238E27FC236}">
                  <a16:creationId xmlns:a16="http://schemas.microsoft.com/office/drawing/2014/main" id="{75757593-004B-4B1D-8138-0CAB416ECD5D}"/>
                </a:ext>
              </a:extLst>
            </p:cNvPr>
            <p:cNvSpPr/>
            <p:nvPr/>
          </p:nvSpPr>
          <p:spPr>
            <a:xfrm>
              <a:off x="4883051" y="2382744"/>
              <a:ext cx="24053" cy="16856"/>
            </a:xfrm>
            <a:custGeom>
              <a:avLst/>
              <a:gdLst/>
              <a:ahLst/>
              <a:cxnLst/>
              <a:rect l="l" t="t" r="r" b="b"/>
              <a:pathLst>
                <a:path w="715" h="490" extrusionOk="0">
                  <a:moveTo>
                    <a:pt x="164" y="1"/>
                  </a:moveTo>
                  <a:cubicBezTo>
                    <a:pt x="125" y="1"/>
                    <a:pt x="83" y="13"/>
                    <a:pt x="48" y="37"/>
                  </a:cubicBezTo>
                  <a:cubicBezTo>
                    <a:pt x="0" y="84"/>
                    <a:pt x="0" y="180"/>
                    <a:pt x="48" y="251"/>
                  </a:cubicBezTo>
                  <a:lnTo>
                    <a:pt x="238" y="442"/>
                  </a:lnTo>
                  <a:cubicBezTo>
                    <a:pt x="286" y="465"/>
                    <a:pt x="310" y="489"/>
                    <a:pt x="357" y="489"/>
                  </a:cubicBezTo>
                  <a:cubicBezTo>
                    <a:pt x="381" y="489"/>
                    <a:pt x="429" y="465"/>
                    <a:pt x="453" y="442"/>
                  </a:cubicBezTo>
                  <a:lnTo>
                    <a:pt x="667" y="251"/>
                  </a:lnTo>
                  <a:cubicBezTo>
                    <a:pt x="714" y="180"/>
                    <a:pt x="714" y="84"/>
                    <a:pt x="667" y="37"/>
                  </a:cubicBezTo>
                  <a:cubicBezTo>
                    <a:pt x="631" y="13"/>
                    <a:pt x="589" y="1"/>
                    <a:pt x="551" y="1"/>
                  </a:cubicBezTo>
                  <a:cubicBezTo>
                    <a:pt x="512" y="1"/>
                    <a:pt x="476" y="13"/>
                    <a:pt x="453" y="37"/>
                  </a:cubicBezTo>
                  <a:lnTo>
                    <a:pt x="357" y="132"/>
                  </a:lnTo>
                  <a:lnTo>
                    <a:pt x="262" y="37"/>
                  </a:lnTo>
                  <a:cubicBezTo>
                    <a:pt x="238" y="13"/>
                    <a:pt x="202" y="1"/>
                    <a:pt x="164" y="1"/>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 name="Google Shape;2816;p94">
              <a:extLst>
                <a:ext uri="{FF2B5EF4-FFF2-40B4-BE49-F238E27FC236}">
                  <a16:creationId xmlns:a16="http://schemas.microsoft.com/office/drawing/2014/main" id="{E064EA9E-2DFD-4EA3-B711-1609C3E46F7B}"/>
                </a:ext>
              </a:extLst>
            </p:cNvPr>
            <p:cNvSpPr/>
            <p:nvPr/>
          </p:nvSpPr>
          <p:spPr>
            <a:xfrm>
              <a:off x="4935899" y="2304106"/>
              <a:ext cx="24086" cy="16856"/>
            </a:xfrm>
            <a:custGeom>
              <a:avLst/>
              <a:gdLst/>
              <a:ahLst/>
              <a:cxnLst/>
              <a:rect l="l" t="t" r="r" b="b"/>
              <a:pathLst>
                <a:path w="716" h="490" extrusionOk="0">
                  <a:moveTo>
                    <a:pt x="168" y="1"/>
                  </a:moveTo>
                  <a:cubicBezTo>
                    <a:pt x="132" y="1"/>
                    <a:pt x="96" y="13"/>
                    <a:pt x="72" y="37"/>
                  </a:cubicBezTo>
                  <a:cubicBezTo>
                    <a:pt x="1" y="84"/>
                    <a:pt x="1" y="179"/>
                    <a:pt x="72" y="251"/>
                  </a:cubicBezTo>
                  <a:lnTo>
                    <a:pt x="263" y="441"/>
                  </a:lnTo>
                  <a:cubicBezTo>
                    <a:pt x="287" y="465"/>
                    <a:pt x="310" y="489"/>
                    <a:pt x="358" y="489"/>
                  </a:cubicBezTo>
                  <a:cubicBezTo>
                    <a:pt x="406" y="489"/>
                    <a:pt x="429" y="465"/>
                    <a:pt x="453" y="441"/>
                  </a:cubicBezTo>
                  <a:lnTo>
                    <a:pt x="668" y="251"/>
                  </a:lnTo>
                  <a:cubicBezTo>
                    <a:pt x="715" y="179"/>
                    <a:pt x="715" y="84"/>
                    <a:pt x="668" y="37"/>
                  </a:cubicBezTo>
                  <a:cubicBezTo>
                    <a:pt x="632" y="13"/>
                    <a:pt x="590" y="1"/>
                    <a:pt x="552" y="1"/>
                  </a:cubicBezTo>
                  <a:cubicBezTo>
                    <a:pt x="513" y="1"/>
                    <a:pt x="477" y="13"/>
                    <a:pt x="453" y="37"/>
                  </a:cubicBezTo>
                  <a:lnTo>
                    <a:pt x="358" y="132"/>
                  </a:lnTo>
                  <a:lnTo>
                    <a:pt x="263" y="37"/>
                  </a:lnTo>
                  <a:cubicBezTo>
                    <a:pt x="239" y="13"/>
                    <a:pt x="203" y="1"/>
                    <a:pt x="168" y="1"/>
                  </a:cubicBezTo>
                  <a:close/>
                </a:path>
              </a:pathLst>
            </a:custGeom>
            <a:solidFill>
              <a:srgbClr val="E4E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8" name="Скругленный прямоугольник 17">
            <a:extLst>
              <a:ext uri="{FF2B5EF4-FFF2-40B4-BE49-F238E27FC236}">
                <a16:creationId xmlns:a16="http://schemas.microsoft.com/office/drawing/2014/main" id="{4E66C5A3-A3C5-30B4-C393-E9B38DD05805}"/>
              </a:ext>
            </a:extLst>
          </p:cNvPr>
          <p:cNvSpPr/>
          <p:nvPr/>
        </p:nvSpPr>
        <p:spPr>
          <a:xfrm>
            <a:off x="9337010" y="1396603"/>
            <a:ext cx="1504594" cy="1401168"/>
          </a:xfrm>
          <a:prstGeom prst="roundRect">
            <a:avLst/>
          </a:prstGeom>
          <a:noFill/>
          <a:ln/>
        </p:spPr>
        <p:style>
          <a:lnRef idx="2">
            <a:schemeClr val="accent1"/>
          </a:lnRef>
          <a:fillRef idx="1">
            <a:schemeClr val="lt1"/>
          </a:fillRef>
          <a:effectRef idx="0">
            <a:schemeClr val="accent1"/>
          </a:effectRef>
          <a:fontRef idx="minor">
            <a:schemeClr val="dk1"/>
          </a:fontRef>
        </p:style>
        <p:txBody>
          <a:bodyPr rtlCol="0" anchor="t"/>
          <a:lstStyle/>
          <a:p>
            <a:pPr algn="ctr"/>
            <a:endParaRPr lang="ru-RU" b="1" dirty="0">
              <a:solidFill>
                <a:schemeClr val="accent2"/>
              </a:solidFill>
            </a:endParaRPr>
          </a:p>
        </p:txBody>
      </p:sp>
      <p:sp>
        <p:nvSpPr>
          <p:cNvPr id="9" name="Заголовок 13">
            <a:extLst>
              <a:ext uri="{FF2B5EF4-FFF2-40B4-BE49-F238E27FC236}">
                <a16:creationId xmlns:a16="http://schemas.microsoft.com/office/drawing/2014/main" id="{32DE2C53-BA9C-FC6C-F0C8-C020E4D2EA49}"/>
              </a:ext>
            </a:extLst>
          </p:cNvPr>
          <p:cNvSpPr>
            <a:spLocks noGrp="1"/>
          </p:cNvSpPr>
          <p:nvPr>
            <p:ph type="title"/>
          </p:nvPr>
        </p:nvSpPr>
        <p:spPr>
          <a:xfrm>
            <a:off x="525817" y="421226"/>
            <a:ext cx="9862734" cy="376138"/>
          </a:xfrm>
        </p:spPr>
        <p:txBody>
          <a:bodyPr/>
          <a:lstStyle/>
          <a:p>
            <a:pPr/>
            <a:r>
              <a:rPr lang="ru-RU"/>
              <a:t>ПРОБЛЕМА И ПОДХОД</a:t>
            </a:r>
          </a:p>
        </p:txBody>
      </p:sp>
      <p:cxnSp>
        <p:nvCxnSpPr>
          <p:cNvPr id="14" name="Google Shape;2799;p94">
            <a:extLst>
              <a:ext uri="{FF2B5EF4-FFF2-40B4-BE49-F238E27FC236}">
                <a16:creationId xmlns:a16="http://schemas.microsoft.com/office/drawing/2014/main" id="{0372E42A-E229-C83D-8A7D-7D33518B16A2}"/>
              </a:ext>
            </a:extLst>
          </p:cNvPr>
          <p:cNvCxnSpPr>
            <a:cxnSpLocks/>
          </p:cNvCxnSpPr>
          <p:nvPr/>
        </p:nvCxnSpPr>
        <p:spPr>
          <a:xfrm flipV="1">
            <a:off x="6843165" y="2119165"/>
            <a:ext cx="2489934" cy="12489"/>
          </a:xfrm>
          <a:prstGeom prst="straightConnector1">
            <a:avLst/>
          </a:prstGeom>
          <a:ln w="127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10363200" y="0"/>
            <a:ext cx="1706880" cy="201168"/>
          </a:xfrm>
          <a:prstGeom prst="rect">
            <a:avLst/>
          </a:prstGeom>
          <a:noFill/>
        </p:spPr>
        <p:txBody>
          <a:bodyPr wrap="none">
            <a:spAutoFit/>
          </a:bodyPr>
          <a:lstStyle/>
          <a:p>
            <a:pPr algn="l">
              <a:defRPr sz="800" b="0">
                <a:solidFill>
                  <a:srgbClr val="17171C"/>
                </a:solidFill>
                <a:latin typeface="Arial"/>
              </a:defRPr>
            </a:pPr>
            <a:r>
              <a:t>ЧЕРНОВИК/16.10</a:t>
            </a:r>
          </a:p>
        </p:txBody>
      </p:sp>
    </p:spTree>
    <p:extLst>
      <p:ext uri="{BB962C8B-B14F-4D97-AF65-F5344CB8AC3E}">
        <p14:creationId xmlns:p14="http://schemas.microsoft.com/office/powerpoint/2010/main" val="338034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41B6129-4E5A-20E2-763B-F5010C6110D2}"/>
            </a:ext>
          </a:extLst>
        </p:cNvPr>
        <p:cNvGrpSpPr/>
        <p:nvPr/>
      </p:nvGrpSpPr>
      <p:grpSpPr>
        <a:xfrm>
          <a:off x="0" y="0"/>
          <a:ext cx="0" cy="0"/>
          <a:chOff x="0" y="0"/>
          <a:chExt cx="0" cy="0"/>
        </a:xfrm>
      </p:grpSpPr>
      <p:sp>
        <p:nvSpPr>
          <p:cNvPr id="30" name="Прямоугольник 29">
            <a:extLst>
              <a:ext uri="{FF2B5EF4-FFF2-40B4-BE49-F238E27FC236}">
                <a16:creationId xmlns:a16="http://schemas.microsoft.com/office/drawing/2014/main" id="{8974761F-D4F8-560C-B069-01DF6B0C0103}"/>
              </a:ext>
            </a:extLst>
          </p:cNvPr>
          <p:cNvSpPr/>
          <p:nvPr/>
        </p:nvSpPr>
        <p:spPr>
          <a:xfrm>
            <a:off x="0" y="0"/>
            <a:ext cx="6456363" cy="6858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t"/>
          <a:lstStyle/>
          <a:p>
            <a:pPr algn="ctr"/>
            <a:endParaRPr lang="ru-RU" b="1" dirty="0">
              <a:solidFill>
                <a:schemeClr val="accent2"/>
              </a:solidFill>
            </a:endParaRPr>
          </a:p>
        </p:txBody>
      </p:sp>
      <p:sp>
        <p:nvSpPr>
          <p:cNvPr id="29" name="Объект 28">
            <a:extLst>
              <a:ext uri="{FF2B5EF4-FFF2-40B4-BE49-F238E27FC236}">
                <a16:creationId xmlns:a16="http://schemas.microsoft.com/office/drawing/2014/main" id="{02AA36D4-0DFA-1A2E-6B29-8BA1BF5F96F3}"/>
              </a:ext>
            </a:extLst>
          </p:cNvPr>
          <p:cNvSpPr>
            <a:spLocks noGrp="1"/>
          </p:cNvSpPr>
          <p:nvPr>
            <p:ph idx="1"/>
          </p:nvPr>
        </p:nvSpPr>
        <p:spPr>
          <a:xfrm>
            <a:off x="521133" y="1263123"/>
            <a:ext cx="5574868" cy="4937652"/>
          </a:xfrm>
        </p:spPr>
        <p:txBody>
          <a:bodyPr/>
          <a:lstStyle/>
          <a:p>
            <a:pPr>
              <a:spcBef>
                <a:spcPts val="800"/>
              </a:spcBef>
            </a:pPr>
            <a:r>
              <a:rPr lang="ru-RU" b="1" sz="1500">
                <a:solidFill>
                  <a:schemeClr val="tx1"/>
                </a:solidFill>
              </a:rPr>
              <a:t>13 759 реальных кадров:</a:t>
            </a:r>
            <a:r>
              <a:rPr lang="ru-RU" sz="1500">
                <a:solidFill>
                  <a:schemeClr val="tx1"/>
                </a:solidFill>
              </a:rPr>
              <a:t xml:space="preserve"> 6 записей и 20-минутная поездка</a:t>
            </a:r>
          </a:p>
          <a:p>
            <a:pPr>
              <a:spcBef>
                <a:spcPts val="800"/>
              </a:spcBef>
            </a:pPr>
            <a:r>
              <a:rPr lang="ru-RU" b="1" sz="1500">
                <a:solidFill>
                  <a:schemeClr val="tx1"/>
                </a:solidFill>
              </a:rPr>
              <a:t>Hesai Pandar128:</a:t>
            </a:r>
            <a:r>
              <a:rPr lang="ru-RU" sz="1500">
                <a:solidFill>
                  <a:schemeClr val="tx1"/>
                </a:solidFill>
              </a:rPr>
              <a:t xml:space="preserve"> 10 Гц, окна 120° и 360°</a:t>
            </a:r>
          </a:p>
          <a:p>
            <a:pPr>
              <a:spcBef>
                <a:spcPts val="800"/>
              </a:spcBef>
            </a:pPr>
            <a:r>
              <a:rPr lang="ru-RU" b="1" sz="1500">
                <a:solidFill>
                  <a:schemeClr val="tx1"/>
                </a:solidFill>
              </a:rPr>
              <a:t>~210 м:</a:t>
            </a:r>
            <a:r>
              <a:rPr lang="ru-RU" sz="1500">
                <a:solidFill>
                  <a:schemeClr val="tx1"/>
                </a:solidFill>
              </a:rPr>
              <a:t xml:space="preserve"> предел реальных отражений в этих записях; не дальность гарантированного STOP</a:t>
            </a:r>
          </a:p>
          <a:p>
            <a:pPr>
              <a:spcBef>
                <a:spcPts val="800"/>
              </a:spcBef>
            </a:pPr>
            <a:r>
              <a:rPr lang="ru-RU" sz="1500">
                <a:solidFill>
                  <a:schemeClr val="tx1"/>
                </a:solidFill>
              </a:rPr>
              <a:t>Реальные препятствия — человек и предмет на рельсе в doubleT_obstacle</a:t>
            </a:r>
          </a:p>
          <a:p>
            <a:pPr>
              <a:spcBef>
                <a:spcPts val="800"/>
              </a:spcBef>
            </a:pPr>
            <a:r>
              <a:rPr lang="ru-RU" sz="1500">
                <a:solidFill>
                  <a:schemeClr val="tx1"/>
                </a:solidFill>
              </a:rPr>
              <a:t>Остальные положительные примеры — синтетика на реальных фонах</a:t>
            </a:r>
          </a:p>
          <a:p>
            <a:pPr>
              <a:spcBef>
                <a:spcPts val="800"/>
              </a:spcBef>
            </a:pPr>
            <a:r>
              <a:rPr lang="ru-RU" sz="1500">
                <a:solidFill>
                  <a:schemeClr val="tx1"/>
                </a:solidFill>
              </a:rPr>
              <a:t>Все эти записи использовались при настройке</a:t>
            </a:r>
          </a:p>
        </p:txBody>
      </p:sp>
      <p:sp>
        <p:nvSpPr>
          <p:cNvPr id="21" name="Номер слайда 20">
            <a:extLst>
              <a:ext uri="{FF2B5EF4-FFF2-40B4-BE49-F238E27FC236}">
                <a16:creationId xmlns:a16="http://schemas.microsoft.com/office/drawing/2014/main" id="{4CAD271A-25D6-5986-96AF-8705ED30C145}"/>
              </a:ext>
            </a:extLst>
          </p:cNvPr>
          <p:cNvSpPr>
            <a:spLocks noGrp="1"/>
          </p:cNvSpPr>
          <p:nvPr>
            <p:ph type="sldNum" sz="quarter" idx="4"/>
          </p:nvPr>
        </p:nvSpPr>
        <p:spPr/>
        <p:txBody>
          <a:bodyPr/>
          <a:lstStyle/>
          <a:p>
            <a:fld id="{52DCC5B9-D646-4B76-891F-6FF4E74E9CB4}" type="slidenum">
              <a:rPr lang="ru-RU" smtClean="0"/>
              <a:pPr/>
              <a:t>12</a:t>
            </a:fld>
            <a:endParaRPr lang="ru-RU" dirty="0"/>
          </a:p>
        </p:txBody>
      </p:sp>
      <p:sp>
        <p:nvSpPr>
          <p:cNvPr id="28" name="Заголовок 27">
            <a:extLst>
              <a:ext uri="{FF2B5EF4-FFF2-40B4-BE49-F238E27FC236}">
                <a16:creationId xmlns:a16="http://schemas.microsoft.com/office/drawing/2014/main" id="{EA3A5BFD-C872-ACEC-AC6D-6D57CA4340D2}"/>
              </a:ext>
            </a:extLst>
          </p:cNvPr>
          <p:cNvSpPr>
            <a:spLocks noGrp="1"/>
          </p:cNvSpPr>
          <p:nvPr>
            <p:ph type="title"/>
          </p:nvPr>
        </p:nvSpPr>
        <p:spPr>
          <a:xfrm>
            <a:off x="527444" y="395288"/>
            <a:ext cx="5574868" cy="425729"/>
          </a:xfrm>
        </p:spPr>
        <p:txBody>
          <a:bodyPr/>
          <a:lstStyle/>
          <a:p>
            <a:pPr/>
            <a:r>
              <a:rPr lang="ru-RU" sz="2000">
                <a:solidFill>
                  <a:schemeClr val="accent5"/>
                </a:solidFill>
              </a:rPr>
              <a:t>ДАННЫЕ И СЕНСОР</a:t>
            </a:r>
          </a:p>
        </p:txBody>
      </p:sp>
      <p:sp>
        <p:nvSpPr>
          <p:cNvPr id="31" name="TextBox 30"/>
          <p:cNvSpPr txBox="1"/>
          <p:nvPr/>
        </p:nvSpPr>
        <p:spPr>
          <a:xfrm>
            <a:off x="10363200" y="0"/>
            <a:ext cx="1706880" cy="201168"/>
          </a:xfrm>
          <a:prstGeom prst="rect">
            <a:avLst/>
          </a:prstGeom>
          <a:noFill/>
        </p:spPr>
        <p:txBody>
          <a:bodyPr wrap="none">
            <a:spAutoFit/>
          </a:bodyPr>
          <a:lstStyle/>
          <a:p>
            <a:pPr algn="l">
              <a:defRPr sz="800" b="0">
                <a:solidFill>
                  <a:srgbClr val="17171C"/>
                </a:solidFill>
                <a:latin typeface="Arial"/>
              </a:defRPr>
            </a:pPr>
            <a:r>
              <a:t>ЧЕРНОВИК/16.10</a:t>
            </a:r>
          </a:p>
        </p:txBody>
      </p:sp>
    </p:spTree>
    <p:extLst>
      <p:ext uri="{BB962C8B-B14F-4D97-AF65-F5344CB8AC3E}">
        <p14:creationId xmlns:p14="http://schemas.microsoft.com/office/powerpoint/2010/main" val="1830715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Скругленный прямоугольник 11">
            <a:extLst>
              <a:ext uri="{FF2B5EF4-FFF2-40B4-BE49-F238E27FC236}">
                <a16:creationId xmlns:a16="http://schemas.microsoft.com/office/drawing/2014/main" id="{E0D9EF9A-DA2D-60AC-63A9-ACD551239B10}"/>
              </a:ext>
            </a:extLst>
          </p:cNvPr>
          <p:cNvSpPr/>
          <p:nvPr/>
        </p:nvSpPr>
        <p:spPr>
          <a:xfrm>
            <a:off x="346075" y="324562"/>
            <a:ext cx="3111828" cy="620919"/>
          </a:xfrm>
          <a:prstGeom prst="roundRect">
            <a:avLst>
              <a:gd name="adj" fmla="val 18706"/>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ru-RU" b="1" dirty="0">
              <a:solidFill>
                <a:schemeClr val="accent2"/>
              </a:solidFill>
            </a:endParaRPr>
          </a:p>
        </p:txBody>
      </p:sp>
      <p:sp>
        <p:nvSpPr>
          <p:cNvPr id="13" name="Номер слайда 12">
            <a:extLst>
              <a:ext uri="{FF2B5EF4-FFF2-40B4-BE49-F238E27FC236}">
                <a16:creationId xmlns:a16="http://schemas.microsoft.com/office/drawing/2014/main" id="{346B550E-0CFF-4A79-B1FE-2EC1424EF86E}"/>
              </a:ext>
            </a:extLst>
          </p:cNvPr>
          <p:cNvSpPr>
            <a:spLocks noGrp="1"/>
          </p:cNvSpPr>
          <p:nvPr>
            <p:ph type="sldNum" sz="quarter" idx="4"/>
          </p:nvPr>
        </p:nvSpPr>
        <p:spPr/>
        <p:txBody>
          <a:bodyPr/>
          <a:lstStyle/>
          <a:p>
            <a:fld id="{52DCC5B9-D646-4B76-891F-6FF4E74E9CB4}" type="slidenum">
              <a:rPr lang="ru-RU" smtClean="0">
                <a:solidFill>
                  <a:schemeClr val="accent5"/>
                </a:solidFill>
              </a:rPr>
              <a:pPr/>
              <a:t>25</a:t>
            </a:fld>
            <a:endParaRPr lang="ru-RU" dirty="0">
              <a:solidFill>
                <a:schemeClr val="accent5"/>
              </a:solidFill>
            </a:endParaRPr>
          </a:p>
        </p:txBody>
      </p:sp>
      <p:sp>
        <p:nvSpPr>
          <p:cNvPr id="2" name="Текст 1">
            <a:extLst>
              <a:ext uri="{FF2B5EF4-FFF2-40B4-BE49-F238E27FC236}">
                <a16:creationId xmlns:a16="http://schemas.microsoft.com/office/drawing/2014/main" id="{89C5FEE7-8855-4287-AE2D-52539F4D5F31}"/>
              </a:ext>
            </a:extLst>
          </p:cNvPr>
          <p:cNvSpPr>
            <a:spLocks noGrp="1"/>
          </p:cNvSpPr>
          <p:nvPr>
            <p:ph type="body" sz="quarter" idx="26"/>
          </p:nvPr>
        </p:nvSpPr>
        <p:spPr>
          <a:xfrm>
            <a:off x="346075" y="1458075"/>
            <a:ext cx="2526079" cy="1476687"/>
          </a:xfrm>
          <a:prstGeom prst="roundRect">
            <a:avLst>
              <a:gd name="adj" fmla="val 0"/>
            </a:avLst>
          </a:prstGeom>
          <a:noFill/>
        </p:spPr>
        <p:txBody>
          <a:bodyPr/>
          <a:lstStyle/>
          <a:p>
            <a:pPr marL="0" indent="0">
              <a:buNone/>
            </a:pPr>
            <a:r>
              <a:rPr lang="ru-RU" sz="1500">
                <a:solidFill>
                  <a:schemeClr val="accent5"/>
                </a:solidFill>
              </a:rPr>
              <a:t>Автокалибровка</a:t>
            </a:r>
          </a:p>
        </p:txBody>
      </p:sp>
      <p:sp>
        <p:nvSpPr>
          <p:cNvPr id="3" name="Текст 2">
            <a:extLst>
              <a:ext uri="{FF2B5EF4-FFF2-40B4-BE49-F238E27FC236}">
                <a16:creationId xmlns:a16="http://schemas.microsoft.com/office/drawing/2014/main" id="{8BB2C021-BD44-4085-92C0-42B29CA7DD4E}"/>
              </a:ext>
            </a:extLst>
          </p:cNvPr>
          <p:cNvSpPr>
            <a:spLocks noGrp="1"/>
          </p:cNvSpPr>
          <p:nvPr>
            <p:ph type="body" sz="quarter" idx="27"/>
          </p:nvPr>
        </p:nvSpPr>
        <p:spPr>
          <a:xfrm>
            <a:off x="346075" y="1814077"/>
            <a:ext cx="2526079" cy="1120685"/>
          </a:xfrm>
        </p:spPr>
        <p:txBody>
          <a:bodyPr/>
          <a:lstStyle/>
          <a:p>
            <a:pPr marL="0" indent="0">
              <a:buNone/>
            </a:pPr>
            <a:r>
              <a:rPr lang="ru-RU" sz="1100">
                <a:solidFill>
                  <a:schemeClr val="tx1"/>
                </a:solidFill>
              </a:rPr>
              <a:t>ориентация и наклон по рельсам и полотну</a:t>
            </a:r>
          </a:p>
        </p:txBody>
      </p:sp>
      <p:sp>
        <p:nvSpPr>
          <p:cNvPr id="4" name="Текст 3">
            <a:extLst>
              <a:ext uri="{FF2B5EF4-FFF2-40B4-BE49-F238E27FC236}">
                <a16:creationId xmlns:a16="http://schemas.microsoft.com/office/drawing/2014/main" id="{1726F0F5-5C67-466D-943E-F4703B2F2700}"/>
              </a:ext>
            </a:extLst>
          </p:cNvPr>
          <p:cNvSpPr>
            <a:spLocks noGrp="1"/>
          </p:cNvSpPr>
          <p:nvPr>
            <p:ph type="body" sz="quarter" idx="28"/>
          </p:nvPr>
        </p:nvSpPr>
        <p:spPr>
          <a:xfrm>
            <a:off x="4832960" y="1458075"/>
            <a:ext cx="2526079" cy="1476687"/>
          </a:xfrm>
          <a:prstGeom prst="roundRect">
            <a:avLst>
              <a:gd name="adj" fmla="val 0"/>
            </a:avLst>
          </a:prstGeom>
          <a:noFill/>
        </p:spPr>
        <p:txBody>
          <a:bodyPr/>
          <a:lstStyle/>
          <a:p>
            <a:pPr marL="0" indent="0">
              <a:buNone/>
            </a:pPr>
            <a:r>
              <a:rPr lang="ru-RU" sz="1500">
                <a:solidFill>
                  <a:schemeClr val="accent5"/>
                </a:solidFill>
              </a:rPr>
              <a:t>Габарит</a:t>
            </a:r>
          </a:p>
        </p:txBody>
      </p:sp>
      <p:sp>
        <p:nvSpPr>
          <p:cNvPr id="5" name="Текст 4">
            <a:extLst>
              <a:ext uri="{FF2B5EF4-FFF2-40B4-BE49-F238E27FC236}">
                <a16:creationId xmlns:a16="http://schemas.microsoft.com/office/drawing/2014/main" id="{66D4997F-BA2F-417E-957D-7B6FF608CC45}"/>
              </a:ext>
            </a:extLst>
          </p:cNvPr>
          <p:cNvSpPr>
            <a:spLocks noGrp="1"/>
          </p:cNvSpPr>
          <p:nvPr>
            <p:ph type="body" sz="quarter" idx="29"/>
          </p:nvPr>
        </p:nvSpPr>
        <p:spPr>
          <a:xfrm>
            <a:off x="4832960" y="1814077"/>
            <a:ext cx="2526079" cy="1120685"/>
          </a:xfrm>
        </p:spPr>
        <p:txBody>
          <a:bodyPr/>
          <a:lstStyle/>
          <a:p>
            <a:pPr marL="0" indent="0">
              <a:buNone/>
            </a:pPr>
            <a:r>
              <a:rPr lang="ru-RU" sz="1100">
                <a:solidFill>
                  <a:schemeClr val="tx1"/>
                </a:solidFill>
              </a:rPr>
              <a:t>коридор 2,1 × 3,0 м вдоль оси пути</a:t>
            </a:r>
          </a:p>
        </p:txBody>
      </p:sp>
      <p:sp>
        <p:nvSpPr>
          <p:cNvPr id="6" name="Текст 5">
            <a:extLst>
              <a:ext uri="{FF2B5EF4-FFF2-40B4-BE49-F238E27FC236}">
                <a16:creationId xmlns:a16="http://schemas.microsoft.com/office/drawing/2014/main" id="{B04BBFFE-3199-451F-A356-405FEE6461C5}"/>
              </a:ext>
            </a:extLst>
          </p:cNvPr>
          <p:cNvSpPr>
            <a:spLocks noGrp="1"/>
          </p:cNvSpPr>
          <p:nvPr>
            <p:ph type="body" sz="quarter" idx="30"/>
          </p:nvPr>
        </p:nvSpPr>
        <p:spPr>
          <a:xfrm>
            <a:off x="9330862" y="1458075"/>
            <a:ext cx="2526079" cy="1476687"/>
          </a:xfrm>
          <a:prstGeom prst="roundRect">
            <a:avLst>
              <a:gd name="adj" fmla="val 0"/>
            </a:avLst>
          </a:prstGeom>
          <a:noFill/>
        </p:spPr>
        <p:txBody>
          <a:bodyPr/>
          <a:lstStyle/>
          <a:p>
            <a:pPr marL="0" indent="0">
              <a:buNone/>
            </a:pPr>
            <a:r>
              <a:rPr lang="ru-RU" sz="1500">
                <a:solidFill>
                  <a:schemeClr val="accent5"/>
                </a:solidFill>
              </a:rPr>
              <a:t>Решение</a:t>
            </a:r>
          </a:p>
        </p:txBody>
      </p:sp>
      <p:sp>
        <p:nvSpPr>
          <p:cNvPr id="7" name="Текст 6">
            <a:extLst>
              <a:ext uri="{FF2B5EF4-FFF2-40B4-BE49-F238E27FC236}">
                <a16:creationId xmlns:a16="http://schemas.microsoft.com/office/drawing/2014/main" id="{6B529974-604C-48E2-AD6F-070B19225F48}"/>
              </a:ext>
            </a:extLst>
          </p:cNvPr>
          <p:cNvSpPr>
            <a:spLocks noGrp="1"/>
          </p:cNvSpPr>
          <p:nvPr>
            <p:ph type="body" sz="quarter" idx="31"/>
          </p:nvPr>
        </p:nvSpPr>
        <p:spPr>
          <a:xfrm>
            <a:off x="9330862" y="1814077"/>
            <a:ext cx="2526079" cy="1120685"/>
          </a:xfrm>
        </p:spPr>
        <p:txBody>
          <a:bodyPr/>
          <a:lstStyle/>
          <a:p>
            <a:pPr marL="0" indent="0">
              <a:buNone/>
            </a:pPr>
            <a:r>
              <a:rPr lang="ru-RU" sz="1100">
                <a:solidFill>
                  <a:schemeClr val="tx1"/>
                </a:solidFill>
              </a:rPr>
              <a:t>подтверждение 0,5 с → GO / CAUTION / STOP / FAULT</a:t>
            </a:r>
          </a:p>
        </p:txBody>
      </p:sp>
      <p:sp>
        <p:nvSpPr>
          <p:cNvPr id="8" name="Текст 7">
            <a:extLst>
              <a:ext uri="{FF2B5EF4-FFF2-40B4-BE49-F238E27FC236}">
                <a16:creationId xmlns:a16="http://schemas.microsoft.com/office/drawing/2014/main" id="{9C425FA5-5D8B-4070-9FEA-743FFC23DC9C}"/>
              </a:ext>
            </a:extLst>
          </p:cNvPr>
          <p:cNvSpPr>
            <a:spLocks noGrp="1"/>
          </p:cNvSpPr>
          <p:nvPr>
            <p:ph type="body" sz="quarter" idx="32"/>
          </p:nvPr>
        </p:nvSpPr>
        <p:spPr>
          <a:xfrm>
            <a:off x="2593517" y="4825338"/>
            <a:ext cx="2526079" cy="1476687"/>
          </a:xfrm>
          <a:prstGeom prst="roundRect">
            <a:avLst>
              <a:gd name="adj" fmla="val 0"/>
            </a:avLst>
          </a:prstGeom>
          <a:noFill/>
        </p:spPr>
        <p:txBody>
          <a:bodyPr/>
          <a:lstStyle/>
          <a:p>
            <a:pPr marL="0" indent="0">
              <a:buNone/>
            </a:pPr>
            <a:r>
              <a:rPr lang="ru-RU" sz="1500">
                <a:solidFill>
                  <a:schemeClr val="accent5"/>
                </a:solidFill>
              </a:rPr>
              <a:t>Модель пути</a:t>
            </a:r>
          </a:p>
        </p:txBody>
      </p:sp>
      <p:sp>
        <p:nvSpPr>
          <p:cNvPr id="9" name="Текст 8">
            <a:extLst>
              <a:ext uri="{FF2B5EF4-FFF2-40B4-BE49-F238E27FC236}">
                <a16:creationId xmlns:a16="http://schemas.microsoft.com/office/drawing/2014/main" id="{3E4BE6CF-D653-4C71-B520-8F640E846D62}"/>
              </a:ext>
            </a:extLst>
          </p:cNvPr>
          <p:cNvSpPr>
            <a:spLocks noGrp="1"/>
          </p:cNvSpPr>
          <p:nvPr>
            <p:ph type="body" sz="quarter" idx="33"/>
          </p:nvPr>
        </p:nvSpPr>
        <p:spPr>
          <a:xfrm>
            <a:off x="2593517" y="5181340"/>
            <a:ext cx="2526079" cy="1120685"/>
          </a:xfrm>
        </p:spPr>
        <p:txBody>
          <a:bodyPr/>
          <a:lstStyle/>
          <a:p>
            <a:pPr marL="0" indent="0">
              <a:buNone/>
            </a:pPr>
            <a:r>
              <a:rPr lang="ru-RU" sz="1100">
                <a:solidFill>
                  <a:schemeClr val="tx1"/>
                </a:solidFill>
              </a:rPr>
              <a:t>полотно, рельсы, ось; кривизна по стенам</a:t>
            </a:r>
          </a:p>
        </p:txBody>
      </p:sp>
      <p:sp>
        <p:nvSpPr>
          <p:cNvPr id="10" name="Текст 9">
            <a:extLst>
              <a:ext uri="{FF2B5EF4-FFF2-40B4-BE49-F238E27FC236}">
                <a16:creationId xmlns:a16="http://schemas.microsoft.com/office/drawing/2014/main" id="{7FE93D78-FBF8-4CFA-B0D4-B21070DBC331}"/>
              </a:ext>
            </a:extLst>
          </p:cNvPr>
          <p:cNvSpPr>
            <a:spLocks noGrp="1"/>
          </p:cNvSpPr>
          <p:nvPr>
            <p:ph type="body" sz="quarter" idx="34"/>
          </p:nvPr>
        </p:nvSpPr>
        <p:spPr>
          <a:xfrm>
            <a:off x="7080402" y="4825338"/>
            <a:ext cx="2526079" cy="1476687"/>
          </a:xfrm>
          <a:prstGeom prst="roundRect">
            <a:avLst>
              <a:gd name="adj" fmla="val 0"/>
            </a:avLst>
          </a:prstGeom>
          <a:noFill/>
        </p:spPr>
        <p:txBody>
          <a:bodyPr/>
          <a:lstStyle/>
          <a:p>
            <a:pPr marL="0" indent="0">
              <a:buNone/>
            </a:pPr>
            <a:r>
              <a:rPr lang="ru-RU" sz="1500">
                <a:solidFill>
                  <a:schemeClr val="accent5"/>
                </a:solidFill>
              </a:rPr>
              <a:t>Кластеры</a:t>
            </a:r>
          </a:p>
        </p:txBody>
      </p:sp>
      <p:sp>
        <p:nvSpPr>
          <p:cNvPr id="11" name="Текст 10">
            <a:extLst>
              <a:ext uri="{FF2B5EF4-FFF2-40B4-BE49-F238E27FC236}">
                <a16:creationId xmlns:a16="http://schemas.microsoft.com/office/drawing/2014/main" id="{931BD573-963A-40B6-8E80-802A897ACB26}"/>
              </a:ext>
            </a:extLst>
          </p:cNvPr>
          <p:cNvSpPr>
            <a:spLocks noGrp="1"/>
          </p:cNvSpPr>
          <p:nvPr>
            <p:ph type="body" sz="quarter" idx="35"/>
          </p:nvPr>
        </p:nvSpPr>
        <p:spPr>
          <a:xfrm>
            <a:off x="7080402" y="5181340"/>
            <a:ext cx="2526079" cy="1120685"/>
          </a:xfrm>
        </p:spPr>
        <p:txBody>
          <a:bodyPr/>
          <a:lstStyle/>
          <a:p>
            <a:pPr marL="0" indent="0">
              <a:buNone/>
            </a:pPr>
            <a:r>
              <a:rPr lang="ru-RU" sz="1100">
                <a:solidFill>
                  <a:schemeClr val="tx1"/>
                </a:solidFill>
              </a:rPr>
              <a:t>адаптивный радиус; проверка инфраструктуры</a:t>
            </a:r>
          </a:p>
        </p:txBody>
      </p:sp>
      <p:cxnSp>
        <p:nvCxnSpPr>
          <p:cNvPr id="34" name="Прямая соединительная линия 33">
            <a:extLst>
              <a:ext uri="{FF2B5EF4-FFF2-40B4-BE49-F238E27FC236}">
                <a16:creationId xmlns:a16="http://schemas.microsoft.com/office/drawing/2014/main" id="{FED623D4-5E7E-44FB-A655-80D9166ACECF}"/>
              </a:ext>
            </a:extLst>
          </p:cNvPr>
          <p:cNvCxnSpPr>
            <a:cxnSpLocks/>
          </p:cNvCxnSpPr>
          <p:nvPr/>
        </p:nvCxnSpPr>
        <p:spPr>
          <a:xfrm>
            <a:off x="2065940" y="3860224"/>
            <a:ext cx="1332546"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5" name="Прямая соединительная линия 34">
            <a:extLst>
              <a:ext uri="{FF2B5EF4-FFF2-40B4-BE49-F238E27FC236}">
                <a16:creationId xmlns:a16="http://schemas.microsoft.com/office/drawing/2014/main" id="{13BC568E-FCE4-46A3-933D-4F9F8325A813}"/>
              </a:ext>
            </a:extLst>
          </p:cNvPr>
          <p:cNvCxnSpPr>
            <a:cxnSpLocks/>
          </p:cNvCxnSpPr>
          <p:nvPr/>
        </p:nvCxnSpPr>
        <p:spPr>
          <a:xfrm>
            <a:off x="4312137" y="3862139"/>
            <a:ext cx="1332546"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6" name="Прямая соединительная линия 35">
            <a:extLst>
              <a:ext uri="{FF2B5EF4-FFF2-40B4-BE49-F238E27FC236}">
                <a16:creationId xmlns:a16="http://schemas.microsoft.com/office/drawing/2014/main" id="{043ABED0-AC0F-4D92-AB29-318DAE79D38B}"/>
              </a:ext>
            </a:extLst>
          </p:cNvPr>
          <p:cNvCxnSpPr>
            <a:cxnSpLocks/>
          </p:cNvCxnSpPr>
          <p:nvPr/>
        </p:nvCxnSpPr>
        <p:spPr>
          <a:xfrm>
            <a:off x="6558334" y="3862139"/>
            <a:ext cx="1332546"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7" name="Прямая соединительная линия 36">
            <a:extLst>
              <a:ext uri="{FF2B5EF4-FFF2-40B4-BE49-F238E27FC236}">
                <a16:creationId xmlns:a16="http://schemas.microsoft.com/office/drawing/2014/main" id="{836D684E-425A-4867-B96C-B1550D2326EC}"/>
              </a:ext>
            </a:extLst>
          </p:cNvPr>
          <p:cNvCxnSpPr>
            <a:cxnSpLocks/>
          </p:cNvCxnSpPr>
          <p:nvPr/>
        </p:nvCxnSpPr>
        <p:spPr>
          <a:xfrm>
            <a:off x="8780467" y="3862139"/>
            <a:ext cx="133254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8" name="Прямая соединительная линия 37">
            <a:extLst>
              <a:ext uri="{FF2B5EF4-FFF2-40B4-BE49-F238E27FC236}">
                <a16:creationId xmlns:a16="http://schemas.microsoft.com/office/drawing/2014/main" id="{81B30F67-B043-4D47-8D41-EA47E7D98286}"/>
              </a:ext>
            </a:extLst>
          </p:cNvPr>
          <p:cNvCxnSpPr>
            <a:cxnSpLocks/>
          </p:cNvCxnSpPr>
          <p:nvPr/>
        </p:nvCxnSpPr>
        <p:spPr>
          <a:xfrm>
            <a:off x="1609114" y="2934762"/>
            <a:ext cx="1" cy="57328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9" name="Прямая соединительная линия 38">
            <a:extLst>
              <a:ext uri="{FF2B5EF4-FFF2-40B4-BE49-F238E27FC236}">
                <a16:creationId xmlns:a16="http://schemas.microsoft.com/office/drawing/2014/main" id="{B41E618C-6887-4F78-8BEC-4C2ABC30AC44}"/>
              </a:ext>
            </a:extLst>
          </p:cNvPr>
          <p:cNvCxnSpPr>
            <a:cxnSpLocks/>
          </p:cNvCxnSpPr>
          <p:nvPr/>
        </p:nvCxnSpPr>
        <p:spPr>
          <a:xfrm>
            <a:off x="3855312" y="4216228"/>
            <a:ext cx="1245" cy="57506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0" name="Прямая соединительная линия 39">
            <a:extLst>
              <a:ext uri="{FF2B5EF4-FFF2-40B4-BE49-F238E27FC236}">
                <a16:creationId xmlns:a16="http://schemas.microsoft.com/office/drawing/2014/main" id="{DE971D4E-B203-4B09-93F8-D53951540777}"/>
              </a:ext>
            </a:extLst>
          </p:cNvPr>
          <p:cNvCxnSpPr>
            <a:cxnSpLocks/>
          </p:cNvCxnSpPr>
          <p:nvPr/>
        </p:nvCxnSpPr>
        <p:spPr>
          <a:xfrm>
            <a:off x="6096000" y="2934762"/>
            <a:ext cx="5509" cy="57328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1" name="Прямая соединительная линия 40">
            <a:extLst>
              <a:ext uri="{FF2B5EF4-FFF2-40B4-BE49-F238E27FC236}">
                <a16:creationId xmlns:a16="http://schemas.microsoft.com/office/drawing/2014/main" id="{2BF27CC0-A85F-4C49-884A-649E718F232A}"/>
              </a:ext>
            </a:extLst>
          </p:cNvPr>
          <p:cNvCxnSpPr>
            <a:cxnSpLocks/>
          </p:cNvCxnSpPr>
          <p:nvPr/>
        </p:nvCxnSpPr>
        <p:spPr>
          <a:xfrm flipH="1">
            <a:off x="8343442" y="4216228"/>
            <a:ext cx="4264" cy="57506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2" name="Прямая соединительная линия 41">
            <a:extLst>
              <a:ext uri="{FF2B5EF4-FFF2-40B4-BE49-F238E27FC236}">
                <a16:creationId xmlns:a16="http://schemas.microsoft.com/office/drawing/2014/main" id="{8A19CF67-915F-4390-A30E-945C95016756}"/>
              </a:ext>
            </a:extLst>
          </p:cNvPr>
          <p:cNvCxnSpPr>
            <a:cxnSpLocks/>
          </p:cNvCxnSpPr>
          <p:nvPr/>
        </p:nvCxnSpPr>
        <p:spPr>
          <a:xfrm>
            <a:off x="10593901" y="2934762"/>
            <a:ext cx="1" cy="57328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3" name="Скругленный прямоугольник 42">
            <a:extLst>
              <a:ext uri="{FF2B5EF4-FFF2-40B4-BE49-F238E27FC236}">
                <a16:creationId xmlns:a16="http://schemas.microsoft.com/office/drawing/2014/main" id="{4E8CC8D8-3B02-4108-71E4-BDF385E41A76}"/>
              </a:ext>
            </a:extLst>
          </p:cNvPr>
          <p:cNvSpPr/>
          <p:nvPr/>
        </p:nvSpPr>
        <p:spPr>
          <a:xfrm>
            <a:off x="1191126" y="3508049"/>
            <a:ext cx="874814" cy="708179"/>
          </a:xfrm>
          <a:prstGeom prst="round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sz="2400" b="1" dirty="0"/>
              <a:t>1</a:t>
            </a:r>
          </a:p>
        </p:txBody>
      </p:sp>
      <p:sp>
        <p:nvSpPr>
          <p:cNvPr id="44" name="Скругленный прямоугольник 43">
            <a:extLst>
              <a:ext uri="{FF2B5EF4-FFF2-40B4-BE49-F238E27FC236}">
                <a16:creationId xmlns:a16="http://schemas.microsoft.com/office/drawing/2014/main" id="{219852BA-89EA-AEC0-D3BB-81E4FBB78FBF}"/>
              </a:ext>
            </a:extLst>
          </p:cNvPr>
          <p:cNvSpPr/>
          <p:nvPr/>
        </p:nvSpPr>
        <p:spPr>
          <a:xfrm>
            <a:off x="3412397" y="3506136"/>
            <a:ext cx="874814" cy="708179"/>
          </a:xfrm>
          <a:prstGeom prst="round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sz="2400" b="1" dirty="0"/>
              <a:t>2</a:t>
            </a:r>
          </a:p>
        </p:txBody>
      </p:sp>
      <p:sp>
        <p:nvSpPr>
          <p:cNvPr id="45" name="Скругленный прямоугольник 44">
            <a:extLst>
              <a:ext uri="{FF2B5EF4-FFF2-40B4-BE49-F238E27FC236}">
                <a16:creationId xmlns:a16="http://schemas.microsoft.com/office/drawing/2014/main" id="{BEB80488-DBD5-60E2-7B94-2C03FD2F73EC}"/>
              </a:ext>
            </a:extLst>
          </p:cNvPr>
          <p:cNvSpPr/>
          <p:nvPr/>
        </p:nvSpPr>
        <p:spPr>
          <a:xfrm>
            <a:off x="5658594" y="3516255"/>
            <a:ext cx="874814" cy="708179"/>
          </a:xfrm>
          <a:prstGeom prst="round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sz="2400" b="1" dirty="0"/>
              <a:t>3</a:t>
            </a:r>
          </a:p>
        </p:txBody>
      </p:sp>
      <p:sp>
        <p:nvSpPr>
          <p:cNvPr id="53" name="Скругленный прямоугольник 52">
            <a:extLst>
              <a:ext uri="{FF2B5EF4-FFF2-40B4-BE49-F238E27FC236}">
                <a16:creationId xmlns:a16="http://schemas.microsoft.com/office/drawing/2014/main" id="{41C3924C-4DE8-D413-3F15-F71BBA421983}"/>
              </a:ext>
            </a:extLst>
          </p:cNvPr>
          <p:cNvSpPr/>
          <p:nvPr/>
        </p:nvSpPr>
        <p:spPr>
          <a:xfrm>
            <a:off x="7889752" y="3506135"/>
            <a:ext cx="874814" cy="708179"/>
          </a:xfrm>
          <a:prstGeom prst="round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sz="2400" b="1" dirty="0"/>
              <a:t>4</a:t>
            </a:r>
          </a:p>
        </p:txBody>
      </p:sp>
      <p:sp>
        <p:nvSpPr>
          <p:cNvPr id="54" name="Скругленный прямоугольник 53">
            <a:extLst>
              <a:ext uri="{FF2B5EF4-FFF2-40B4-BE49-F238E27FC236}">
                <a16:creationId xmlns:a16="http://schemas.microsoft.com/office/drawing/2014/main" id="{5040D480-3D0A-377D-EDA1-4B45E5CE44A4}"/>
              </a:ext>
            </a:extLst>
          </p:cNvPr>
          <p:cNvSpPr/>
          <p:nvPr/>
        </p:nvSpPr>
        <p:spPr>
          <a:xfrm>
            <a:off x="10113012" y="3538626"/>
            <a:ext cx="874814" cy="708179"/>
          </a:xfrm>
          <a:prstGeom prst="round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sz="2400" b="1" dirty="0"/>
              <a:t>5</a:t>
            </a:r>
          </a:p>
        </p:txBody>
      </p:sp>
      <p:sp>
        <p:nvSpPr>
          <p:cNvPr id="15" name="Заголовок 13">
            <a:extLst>
              <a:ext uri="{FF2B5EF4-FFF2-40B4-BE49-F238E27FC236}">
                <a16:creationId xmlns:a16="http://schemas.microsoft.com/office/drawing/2014/main" id="{325CF155-14B8-5628-119D-7449CFD5B02F}"/>
              </a:ext>
            </a:extLst>
          </p:cNvPr>
          <p:cNvSpPr>
            <a:spLocks noGrp="1"/>
          </p:cNvSpPr>
          <p:nvPr>
            <p:ph type="title"/>
          </p:nvPr>
        </p:nvSpPr>
        <p:spPr>
          <a:xfrm>
            <a:off x="525817" y="421226"/>
            <a:ext cx="9862734" cy="376138"/>
          </a:xfrm>
        </p:spPr>
        <p:txBody>
          <a:bodyPr/>
          <a:lstStyle/>
          <a:p>
            <a:pPr/>
            <a:r>
              <a:rPr lang="ru-RU"/>
              <a:t>АЛГОРИТМ</a:t>
            </a:r>
          </a:p>
        </p:txBody>
      </p:sp>
      <p:sp>
        <p:nvSpPr>
          <p:cNvPr id="14" name="Скругленный прямоугольник 13">
            <a:extLst>
              <a:ext uri="{FF2B5EF4-FFF2-40B4-BE49-F238E27FC236}">
                <a16:creationId xmlns:a16="http://schemas.microsoft.com/office/drawing/2014/main" id="{BD4BFEA8-37B5-92D1-855E-4FF06BA59DA3}"/>
              </a:ext>
            </a:extLst>
          </p:cNvPr>
          <p:cNvSpPr/>
          <p:nvPr/>
        </p:nvSpPr>
        <p:spPr>
          <a:xfrm>
            <a:off x="186480" y="1370651"/>
            <a:ext cx="2836197" cy="1581312"/>
          </a:xfrm>
          <a:prstGeom prst="roundRect">
            <a:avLst>
              <a:gd name="adj" fmla="val 10884"/>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ru-RU" sz="2400" b="1" dirty="0"/>
          </a:p>
        </p:txBody>
      </p:sp>
      <p:sp>
        <p:nvSpPr>
          <p:cNvPr id="16" name="Скругленный прямоугольник 15">
            <a:extLst>
              <a:ext uri="{FF2B5EF4-FFF2-40B4-BE49-F238E27FC236}">
                <a16:creationId xmlns:a16="http://schemas.microsoft.com/office/drawing/2014/main" id="{21820900-0645-FD25-E909-18D394EFF3AF}"/>
              </a:ext>
            </a:extLst>
          </p:cNvPr>
          <p:cNvSpPr/>
          <p:nvPr/>
        </p:nvSpPr>
        <p:spPr>
          <a:xfrm>
            <a:off x="4644180" y="1370651"/>
            <a:ext cx="2836197" cy="1581312"/>
          </a:xfrm>
          <a:prstGeom prst="roundRect">
            <a:avLst>
              <a:gd name="adj" fmla="val 10884"/>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ru-RU" sz="2400" b="1" dirty="0"/>
          </a:p>
        </p:txBody>
      </p:sp>
      <p:sp>
        <p:nvSpPr>
          <p:cNvPr id="17" name="Скругленный прямоугольник 16">
            <a:extLst>
              <a:ext uri="{FF2B5EF4-FFF2-40B4-BE49-F238E27FC236}">
                <a16:creationId xmlns:a16="http://schemas.microsoft.com/office/drawing/2014/main" id="{996865AC-684A-E392-11F5-A3160D858242}"/>
              </a:ext>
            </a:extLst>
          </p:cNvPr>
          <p:cNvSpPr/>
          <p:nvPr/>
        </p:nvSpPr>
        <p:spPr>
          <a:xfrm>
            <a:off x="9101880" y="1370651"/>
            <a:ext cx="2836197" cy="1581312"/>
          </a:xfrm>
          <a:prstGeom prst="roundRect">
            <a:avLst>
              <a:gd name="adj" fmla="val 10884"/>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ru-RU" sz="2400" b="1" dirty="0"/>
          </a:p>
        </p:txBody>
      </p:sp>
      <p:sp>
        <p:nvSpPr>
          <p:cNvPr id="18" name="Скругленный прямоугольник 17">
            <a:extLst>
              <a:ext uri="{FF2B5EF4-FFF2-40B4-BE49-F238E27FC236}">
                <a16:creationId xmlns:a16="http://schemas.microsoft.com/office/drawing/2014/main" id="{1557C0D9-E1EE-FF6F-28CC-F2CF230BFDBA}"/>
              </a:ext>
            </a:extLst>
          </p:cNvPr>
          <p:cNvSpPr/>
          <p:nvPr/>
        </p:nvSpPr>
        <p:spPr>
          <a:xfrm>
            <a:off x="2471878" y="4825338"/>
            <a:ext cx="2836197" cy="1581312"/>
          </a:xfrm>
          <a:prstGeom prst="roundRect">
            <a:avLst>
              <a:gd name="adj" fmla="val 10884"/>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ru-RU" sz="2400" b="1" dirty="0"/>
          </a:p>
        </p:txBody>
      </p:sp>
      <p:sp>
        <p:nvSpPr>
          <p:cNvPr id="19" name="Скругленный прямоугольник 18">
            <a:extLst>
              <a:ext uri="{FF2B5EF4-FFF2-40B4-BE49-F238E27FC236}">
                <a16:creationId xmlns:a16="http://schemas.microsoft.com/office/drawing/2014/main" id="{BC511278-171F-4030-656D-F6DA5B6264BC}"/>
              </a:ext>
            </a:extLst>
          </p:cNvPr>
          <p:cNvSpPr/>
          <p:nvPr/>
        </p:nvSpPr>
        <p:spPr>
          <a:xfrm>
            <a:off x="6948708" y="4791290"/>
            <a:ext cx="2836197" cy="1581312"/>
          </a:xfrm>
          <a:prstGeom prst="roundRect">
            <a:avLst>
              <a:gd name="adj" fmla="val 10884"/>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ru-RU" sz="2400" b="1" dirty="0"/>
          </a:p>
        </p:txBody>
      </p:sp>
      <p:sp>
        <p:nvSpPr>
          <p:cNvPr id="55" name="TextBox 54"/>
          <p:cNvSpPr txBox="1"/>
          <p:nvPr/>
        </p:nvSpPr>
        <p:spPr>
          <a:xfrm>
            <a:off x="10363200" y="0"/>
            <a:ext cx="1706880" cy="201168"/>
          </a:xfrm>
          <a:prstGeom prst="rect">
            <a:avLst/>
          </a:prstGeom>
          <a:noFill/>
        </p:spPr>
        <p:txBody>
          <a:bodyPr wrap="none">
            <a:spAutoFit/>
          </a:bodyPr>
          <a:lstStyle/>
          <a:p>
            <a:pPr algn="l">
              <a:defRPr sz="800" b="0">
                <a:solidFill>
                  <a:srgbClr val="17171C"/>
                </a:solidFill>
                <a:latin typeface="Arial"/>
              </a:defRPr>
            </a:pPr>
            <a:r>
              <a:t>ЧЕРНОВИК/16.10</a:t>
            </a:r>
          </a:p>
        </p:txBody>
      </p:sp>
    </p:spTree>
    <p:extLst>
      <p:ext uri="{BB962C8B-B14F-4D97-AF65-F5344CB8AC3E}">
        <p14:creationId xmlns:p14="http://schemas.microsoft.com/office/powerpoint/2010/main" val="2194599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AE39BFA-C414-3731-3F05-E28FB015D4B4}"/>
            </a:ext>
          </a:extLst>
        </p:cNvPr>
        <p:cNvGrpSpPr/>
        <p:nvPr/>
      </p:nvGrpSpPr>
      <p:grpSpPr>
        <a:xfrm>
          <a:off x="0" y="0"/>
          <a:ext cx="0" cy="0"/>
          <a:chOff x="0" y="0"/>
          <a:chExt cx="0" cy="0"/>
        </a:xfrm>
      </p:grpSpPr>
      <p:sp>
        <p:nvSpPr>
          <p:cNvPr id="4" name="Скругленный прямоугольник 3">
            <a:extLst>
              <a:ext uri="{FF2B5EF4-FFF2-40B4-BE49-F238E27FC236}">
                <a16:creationId xmlns:a16="http://schemas.microsoft.com/office/drawing/2014/main" id="{6080F467-69D9-0742-2978-0590E2BF440F}"/>
              </a:ext>
            </a:extLst>
          </p:cNvPr>
          <p:cNvSpPr/>
          <p:nvPr/>
        </p:nvSpPr>
        <p:spPr>
          <a:xfrm>
            <a:off x="325170" y="1304256"/>
            <a:ext cx="11541659" cy="5052102"/>
          </a:xfrm>
          <a:prstGeom prst="roundRect">
            <a:avLst>
              <a:gd name="adj" fmla="val 6926"/>
            </a:avLst>
          </a:prstGeom>
          <a:solidFill>
            <a:schemeClr val="bg1"/>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ctr"/>
            <a:endParaRPr lang="ru-RU" b="1" dirty="0">
              <a:solidFill>
                <a:schemeClr val="accent2"/>
              </a:solidFill>
            </a:endParaRPr>
          </a:p>
        </p:txBody>
      </p:sp>
      <p:sp>
        <p:nvSpPr>
          <p:cNvPr id="21" name="Номер слайда 20">
            <a:extLst>
              <a:ext uri="{FF2B5EF4-FFF2-40B4-BE49-F238E27FC236}">
                <a16:creationId xmlns:a16="http://schemas.microsoft.com/office/drawing/2014/main" id="{D48EA9B5-E41A-C397-3CFE-F967E98FC767}"/>
              </a:ext>
            </a:extLst>
          </p:cNvPr>
          <p:cNvSpPr>
            <a:spLocks noGrp="1"/>
          </p:cNvSpPr>
          <p:nvPr>
            <p:ph type="sldNum" sz="quarter" idx="4"/>
          </p:nvPr>
        </p:nvSpPr>
        <p:spPr/>
        <p:txBody>
          <a:bodyPr/>
          <a:lstStyle/>
          <a:p>
            <a:fld id="{52DCC5B9-D646-4B76-891F-6FF4E74E9CB4}" type="slidenum">
              <a:rPr lang="ru-RU" smtClean="0">
                <a:solidFill>
                  <a:schemeClr val="bg1"/>
                </a:solidFill>
              </a:rPr>
              <a:pPr/>
              <a:t>13</a:t>
            </a:fld>
            <a:endParaRPr lang="ru-RU" dirty="0">
              <a:solidFill>
                <a:schemeClr val="bg1"/>
              </a:solidFill>
            </a:endParaRPr>
          </a:p>
        </p:txBody>
      </p:sp>
      <p:sp>
        <p:nvSpPr>
          <p:cNvPr id="2" name="Заголовок 1">
            <a:extLst>
              <a:ext uri="{FF2B5EF4-FFF2-40B4-BE49-F238E27FC236}">
                <a16:creationId xmlns:a16="http://schemas.microsoft.com/office/drawing/2014/main" id="{D1F975DC-7FFC-8C16-7A6D-78D26FCBD5BD}"/>
              </a:ext>
            </a:extLst>
          </p:cNvPr>
          <p:cNvSpPr>
            <a:spLocks noGrp="1"/>
          </p:cNvSpPr>
          <p:nvPr>
            <p:ph type="title"/>
          </p:nvPr>
        </p:nvSpPr>
        <p:spPr>
          <a:xfrm>
            <a:off x="533104" y="414049"/>
            <a:ext cx="5994696" cy="552061"/>
          </a:xfrm>
        </p:spPr>
        <p:txBody>
          <a:bodyPr/>
          <a:lstStyle/>
          <a:p>
            <a:pPr/>
            <a:r>
              <a:rPr lang="ru-RU" sz="3600">
                <a:solidFill>
                  <a:schemeClr val="bg1"/>
                </a:solidFill>
              </a:rPr>
              <a:t>ГЛАВНЫЙ КАДР</a:t>
            </a:r>
          </a:p>
        </p:txBody>
      </p:sp>
      <p:pic>
        <p:nvPicPr>
          <p:cNvPr id="22" name="Picture 21" descr="image.jpg"/>
          <p:cNvPicPr>
            <a:picLocks noChangeAspect="1"/>
          </p:cNvPicPr>
          <p:nvPr/>
        </p:nvPicPr>
        <p:blipFill>
          <a:blip r:embed="rId3"/>
          <a:srcRect l="0" r="0"/>
          <a:stretch>
            <a:fillRect/>
          </a:stretch>
        </p:blipFill>
        <p:spPr>
          <a:xfrm>
            <a:off x="495170" y="1474256"/>
            <a:ext cx="8377070" cy="4712102"/>
          </a:xfrm>
          <a:prstGeom prst="rect">
            <a:avLst/>
          </a:prstGeom>
        </p:spPr>
      </p:pic>
      <p:sp>
        <p:nvSpPr>
          <p:cNvPr id="23" name="TextBox 22"/>
          <p:cNvSpPr txBox="1"/>
          <p:nvPr/>
        </p:nvSpPr>
        <p:spPr>
          <a:xfrm>
            <a:off x="9072240" y="1474256"/>
            <a:ext cx="2624589" cy="4712102"/>
          </a:xfrm>
          <a:prstGeom prst="rect">
            <a:avLst/>
          </a:prstGeom>
          <a:noFill/>
        </p:spPr>
        <p:txBody>
          <a:bodyPr wrap="square" anchor="ctr">
            <a:spAutoFit/>
          </a:bodyPr>
          <a:lstStyle/>
          <a:p>
            <a:pPr/>
            <a:r>
              <a:rPr lang="ru-RU" b="1" sz="1400">
                <a:solidFill>
                  <a:srgbClr val="520978"/>
                </a:solidFill>
              </a:rPr>
              <a:t>Реальная запись организаторов</a:t>
            </a:r>
          </a:p>
          <a:p>
            <a:pPr>
              <a:spcBef>
                <a:spcPts val="600"/>
              </a:spcBef>
            </a:pPr>
            <a:r>
              <a:rPr lang="ru-RU" b="1" sz="2600">
                <a:solidFill>
                  <a:srgbClr val="FF0053"/>
                </a:solidFill>
              </a:rPr>
              <a:t>Увидел за 56 м</a:t>
            </a:r>
          </a:p>
          <a:p>
            <a:pPr/>
            <a:r>
              <a:rPr lang="ru-RU" sz="1300">
                <a:solidFill>
                  <a:srgbClr val="1C1D22"/>
                </a:solidFill>
              </a:rPr>
              <a:t>человек переходит путь — STOP</a:t>
            </a:r>
          </a:p>
          <a:p>
            <a:pPr>
              <a:spcBef>
                <a:spcPts val="800"/>
              </a:spcBef>
            </a:pPr>
            <a:r>
              <a:rPr lang="ru-RU" sz="1200">
                <a:solidFill>
                  <a:srgbClr val="1C1D22"/>
                </a:solidFill>
              </a:rPr>
              <a:t xml:space="preserve">Найден в </a:t>
            </a:r>
            <a:r>
              <a:rPr lang="ru-RU" b="1" sz="1200">
                <a:solidFill>
                  <a:srgbClr val="1C1D22"/>
                </a:solidFill>
              </a:rPr>
              <a:t>61 из 61</a:t>
            </a:r>
            <a:r>
              <a:rPr lang="ru-RU" sz="1200">
                <a:solidFill>
                  <a:srgbClr val="1C1D22"/>
                </a:solidFill>
              </a:rPr>
              <a:t xml:space="preserve"> кадра внутри габарита</a:t>
            </a:r>
          </a:p>
          <a:p>
            <a:pPr>
              <a:spcBef>
                <a:spcPts val="600"/>
              </a:spcBef>
            </a:pPr>
            <a:r>
              <a:rPr lang="ru-RU" sz="1200">
                <a:solidFill>
                  <a:srgbClr val="1C1D22"/>
                </a:solidFill>
              </a:rPr>
              <a:t>Тревога с первого кадра в габарите</a:t>
            </a:r>
          </a:p>
          <a:p>
            <a:pPr>
              <a:spcBef>
                <a:spcPts val="600"/>
              </a:spcBef>
            </a:pPr>
            <a:r>
              <a:rPr lang="ru-RU" sz="1200">
                <a:solidFill>
                  <a:srgbClr val="1C1D22"/>
                </a:solidFill>
              </a:rPr>
              <a:t>Ошибка дальности ≤ 0,23 м</a:t>
            </a:r>
          </a:p>
          <a:p>
            <a:pPr>
              <a:spcBef>
                <a:spcPts val="600"/>
              </a:spcBef>
            </a:pPr>
            <a:r>
              <a:rPr lang="ru-RU" sz="1200">
                <a:solidFill>
                  <a:srgbClr val="1C1D22"/>
                </a:solidFill>
              </a:rPr>
              <a:t xml:space="preserve">Вся запись: STOP на </a:t>
            </a:r>
            <a:r>
              <a:rPr lang="ru-RU" b="1" sz="1200">
                <a:solidFill>
                  <a:srgbClr val="1C1D22"/>
                </a:solidFill>
              </a:rPr>
              <a:t>193 из 201</a:t>
            </a:r>
            <a:r>
              <a:rPr lang="ru-RU" sz="1200">
                <a:solidFill>
                  <a:srgbClr val="1C1D22"/>
                </a:solidFill>
              </a:rPr>
              <a:t xml:space="preserve"> кадра — с кадра 8 до конца без пропусков; предмет на рельсе — 126 из 126</a:t>
            </a:r>
          </a:p>
        </p:txBody>
      </p:sp>
      <p:sp>
        <p:nvSpPr>
          <p:cNvPr id="24" name="TextBox 23"/>
          <p:cNvSpPr txBox="1"/>
          <p:nvPr/>
        </p:nvSpPr>
        <p:spPr>
          <a:xfrm>
            <a:off x="10363200" y="0"/>
            <a:ext cx="1706880" cy="201168"/>
          </a:xfrm>
          <a:prstGeom prst="rect">
            <a:avLst/>
          </a:prstGeom>
          <a:noFill/>
        </p:spPr>
        <p:txBody>
          <a:bodyPr wrap="none">
            <a:spAutoFit/>
          </a:bodyPr>
          <a:lstStyle/>
          <a:p>
            <a:pPr algn="l">
              <a:defRPr sz="800" b="0">
                <a:solidFill>
                  <a:srgbClr val="17171C"/>
                </a:solidFill>
                <a:latin typeface="Arial"/>
              </a:defRPr>
            </a:pPr>
            <a:r>
              <a:t>ЧЕРНОВИК/16.10</a:t>
            </a:r>
          </a:p>
        </p:txBody>
      </p:sp>
    </p:spTree>
    <p:extLst>
      <p:ext uri="{BB962C8B-B14F-4D97-AF65-F5344CB8AC3E}">
        <p14:creationId xmlns:p14="http://schemas.microsoft.com/office/powerpoint/2010/main" val="2320403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Скругленный прямоугольник 1">
            <a:extLst>
              <a:ext uri="{FF2B5EF4-FFF2-40B4-BE49-F238E27FC236}">
                <a16:creationId xmlns:a16="http://schemas.microsoft.com/office/drawing/2014/main" id="{39125108-8C0F-2F06-5739-B84F0E2F138C}"/>
              </a:ext>
            </a:extLst>
          </p:cNvPr>
          <p:cNvSpPr/>
          <p:nvPr/>
        </p:nvSpPr>
        <p:spPr>
          <a:xfrm>
            <a:off x="346075" y="324562"/>
            <a:ext cx="3111828" cy="620919"/>
          </a:xfrm>
          <a:prstGeom prst="roundRect">
            <a:avLst>
              <a:gd name="adj" fmla="val 18706"/>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ru-RU" b="1" dirty="0">
              <a:solidFill>
                <a:schemeClr val="accent2"/>
              </a:solidFill>
            </a:endParaRPr>
          </a:p>
        </p:txBody>
      </p:sp>
      <p:grpSp>
        <p:nvGrpSpPr>
          <p:cNvPr id="8" name="Group 82">
            <a:extLst>
              <a:ext uri="{FF2B5EF4-FFF2-40B4-BE49-F238E27FC236}">
                <a16:creationId xmlns:a16="http://schemas.microsoft.com/office/drawing/2014/main" id="{24F452BD-B318-4752-95A0-FE784050E11F}"/>
              </a:ext>
            </a:extLst>
          </p:cNvPr>
          <p:cNvGrpSpPr>
            <a:grpSpLocks noChangeAspect="1"/>
          </p:cNvGrpSpPr>
          <p:nvPr/>
        </p:nvGrpSpPr>
        <p:grpSpPr>
          <a:xfrm>
            <a:off x="1149124" y="1149443"/>
            <a:ext cx="4267960" cy="2822929"/>
            <a:chOff x="1027152" y="2693983"/>
            <a:chExt cx="6796849" cy="4462905"/>
          </a:xfrm>
        </p:grpSpPr>
        <p:grpSp>
          <p:nvGrpSpPr>
            <p:cNvPr id="9" name="Group 83">
              <a:extLst>
                <a:ext uri="{FF2B5EF4-FFF2-40B4-BE49-F238E27FC236}">
                  <a16:creationId xmlns:a16="http://schemas.microsoft.com/office/drawing/2014/main" id="{FD5311CA-A8DA-4752-BCCC-9D77C86DAA8A}"/>
                </a:ext>
              </a:extLst>
            </p:cNvPr>
            <p:cNvGrpSpPr/>
            <p:nvPr/>
          </p:nvGrpSpPr>
          <p:grpSpPr>
            <a:xfrm>
              <a:off x="1027152" y="2693983"/>
              <a:ext cx="6796849" cy="4462905"/>
              <a:chOff x="1027152" y="2693983"/>
              <a:chExt cx="6796849" cy="4462905"/>
            </a:xfrm>
          </p:grpSpPr>
          <p:sp>
            <p:nvSpPr>
              <p:cNvPr id="12" name="AutoShape 1">
                <a:extLst>
                  <a:ext uri="{FF2B5EF4-FFF2-40B4-BE49-F238E27FC236}">
                    <a16:creationId xmlns:a16="http://schemas.microsoft.com/office/drawing/2014/main" id="{C5DD9855-9040-4A8E-8FC7-2A87D71D92A4}"/>
                  </a:ext>
                </a:extLst>
              </p:cNvPr>
              <p:cNvSpPr>
                <a:spLocks noChangeAspect="1"/>
              </p:cNvSpPr>
              <p:nvPr/>
            </p:nvSpPr>
            <p:spPr bwMode="auto">
              <a:xfrm>
                <a:off x="1029339" y="2693983"/>
                <a:ext cx="6794662" cy="4462905"/>
              </a:xfrm>
              <a:prstGeom prst="roundRect">
                <a:avLst>
                  <a:gd name="adj" fmla="val 1292"/>
                </a:avLst>
              </a:prstGeom>
              <a:solidFill>
                <a:schemeClr val="accent5"/>
              </a:solidFill>
              <a:ln w="25400" cap="flat">
                <a:noFill/>
                <a:prstDash val="solid"/>
                <a:miter lim="800000"/>
                <a:headEnd type="none" w="med" len="med"/>
                <a:tailEnd type="none" w="med" len="med"/>
              </a:ln>
              <a:effectLst>
                <a:outerShdw blurRad="50800" dist="38100" dir="5400000" algn="t" rotWithShape="0">
                  <a:prstClr val="black">
                    <a:alpha val="40000"/>
                  </a:prstClr>
                </a:outerShdw>
              </a:effectLst>
            </p:spPr>
            <p:txBody>
              <a:bodyPr lIns="0" tIns="0" rIns="0" bIns="0"/>
              <a:lstStyle/>
              <a:p>
                <a:endParaRPr lang="id-ID" dirty="0">
                  <a:latin typeface="Lato Light"/>
                </a:endParaRPr>
              </a:p>
            </p:txBody>
          </p:sp>
          <p:sp>
            <p:nvSpPr>
              <p:cNvPr id="13" name="Rectangle 2">
                <a:extLst>
                  <a:ext uri="{FF2B5EF4-FFF2-40B4-BE49-F238E27FC236}">
                    <a16:creationId xmlns:a16="http://schemas.microsoft.com/office/drawing/2014/main" id="{1CA962FF-DEAF-450E-BAC9-2CBF039F5EDD}"/>
                  </a:ext>
                </a:extLst>
              </p:cNvPr>
              <p:cNvSpPr>
                <a:spLocks/>
              </p:cNvSpPr>
              <p:nvPr/>
            </p:nvSpPr>
            <p:spPr bwMode="auto">
              <a:xfrm>
                <a:off x="1027152" y="3024940"/>
                <a:ext cx="6794663" cy="315914"/>
              </a:xfrm>
              <a:prstGeom prst="rect">
                <a:avLst/>
              </a:prstGeom>
              <a:solidFill>
                <a:schemeClr val="accent6">
                  <a:lumMod val="50000"/>
                </a:schemeClr>
              </a:solidFill>
              <a:ln w="25400" cap="flat">
                <a:noFill/>
                <a:prstDash val="solid"/>
                <a:miter lim="800000"/>
                <a:headEnd type="none" w="med" len="med"/>
                <a:tailEnd type="none" w="med" len="med"/>
              </a:ln>
            </p:spPr>
            <p:txBody>
              <a:bodyPr lIns="0" tIns="0" rIns="0" bIns="0"/>
              <a:lstStyle/>
              <a:p>
                <a:endParaRPr lang="id-ID" dirty="0">
                  <a:latin typeface="Lato Light"/>
                </a:endParaRPr>
              </a:p>
            </p:txBody>
          </p:sp>
          <p:sp>
            <p:nvSpPr>
              <p:cNvPr id="14" name="AutoShape 3">
                <a:extLst>
                  <a:ext uri="{FF2B5EF4-FFF2-40B4-BE49-F238E27FC236}">
                    <a16:creationId xmlns:a16="http://schemas.microsoft.com/office/drawing/2014/main" id="{29B32C08-05E5-455D-AB4B-FA780C0B9C44}"/>
                  </a:ext>
                </a:extLst>
              </p:cNvPr>
              <p:cNvSpPr>
                <a:spLocks/>
              </p:cNvSpPr>
              <p:nvPr/>
            </p:nvSpPr>
            <p:spPr bwMode="auto">
              <a:xfrm>
                <a:off x="2035351" y="2779230"/>
                <a:ext cx="2717865" cy="561624"/>
              </a:xfrm>
              <a:prstGeom prst="roundRect">
                <a:avLst>
                  <a:gd name="adj" fmla="val 11986"/>
                </a:avLst>
              </a:prstGeom>
              <a:solidFill>
                <a:schemeClr val="accent6">
                  <a:lumMod val="50000"/>
                </a:schemeClr>
              </a:solidFill>
              <a:ln w="25400" cap="flat">
                <a:noFill/>
                <a:prstDash val="solid"/>
                <a:miter lim="800000"/>
                <a:headEnd type="none" w="med" len="med"/>
                <a:tailEnd type="none" w="med" len="med"/>
              </a:ln>
            </p:spPr>
            <p:txBody>
              <a:bodyPr lIns="0" tIns="0" rIns="0" bIns="0"/>
              <a:lstStyle/>
              <a:p>
                <a:endParaRPr lang="id-ID" dirty="0">
                  <a:latin typeface="Lato Light"/>
                </a:endParaRPr>
              </a:p>
            </p:txBody>
          </p:sp>
          <p:sp>
            <p:nvSpPr>
              <p:cNvPr id="15" name="Oval 4">
                <a:extLst>
                  <a:ext uri="{FF2B5EF4-FFF2-40B4-BE49-F238E27FC236}">
                    <a16:creationId xmlns:a16="http://schemas.microsoft.com/office/drawing/2014/main" id="{DB5DCAC2-FF8B-4D8A-8761-EF6BE6B4CB79}"/>
                  </a:ext>
                </a:extLst>
              </p:cNvPr>
              <p:cNvSpPr>
                <a:spLocks/>
              </p:cNvSpPr>
              <p:nvPr/>
            </p:nvSpPr>
            <p:spPr bwMode="auto">
              <a:xfrm>
                <a:off x="1137753" y="2814331"/>
                <a:ext cx="95903" cy="95276"/>
              </a:xfrm>
              <a:prstGeom prst="ellipse">
                <a:avLst/>
              </a:prstGeom>
              <a:solidFill>
                <a:schemeClr val="accent2"/>
              </a:solidFill>
              <a:ln w="25400" cap="flat">
                <a:noFill/>
                <a:prstDash val="solid"/>
                <a:miter lim="800000"/>
                <a:headEnd type="none" w="med" len="med"/>
                <a:tailEnd type="none" w="med" len="med"/>
              </a:ln>
            </p:spPr>
            <p:txBody>
              <a:bodyPr lIns="0" tIns="0" rIns="0" bIns="0"/>
              <a:lstStyle/>
              <a:p>
                <a:endParaRPr lang="id-ID" dirty="0">
                  <a:latin typeface="Lato Light"/>
                </a:endParaRPr>
              </a:p>
            </p:txBody>
          </p:sp>
          <p:sp>
            <p:nvSpPr>
              <p:cNvPr id="16" name="Oval 5">
                <a:extLst>
                  <a:ext uri="{FF2B5EF4-FFF2-40B4-BE49-F238E27FC236}">
                    <a16:creationId xmlns:a16="http://schemas.microsoft.com/office/drawing/2014/main" id="{A18062AF-728F-4F67-A9EE-6DA3DC1E6BBC}"/>
                  </a:ext>
                </a:extLst>
              </p:cNvPr>
              <p:cNvSpPr>
                <a:spLocks/>
              </p:cNvSpPr>
              <p:nvPr/>
            </p:nvSpPr>
            <p:spPr bwMode="auto">
              <a:xfrm>
                <a:off x="1307620" y="2814331"/>
                <a:ext cx="95903" cy="95276"/>
              </a:xfrm>
              <a:prstGeom prst="ellipse">
                <a:avLst/>
              </a:prstGeom>
              <a:solidFill>
                <a:schemeClr val="accent3"/>
              </a:solidFill>
              <a:ln w="25400" cap="flat">
                <a:noFill/>
                <a:prstDash val="solid"/>
                <a:miter lim="800000"/>
                <a:headEnd type="none" w="med" len="med"/>
                <a:tailEnd type="none" w="med" len="med"/>
              </a:ln>
            </p:spPr>
            <p:txBody>
              <a:bodyPr lIns="0" tIns="0" rIns="0" bIns="0"/>
              <a:lstStyle/>
              <a:p>
                <a:endParaRPr lang="id-ID" dirty="0">
                  <a:latin typeface="Lato Light"/>
                </a:endParaRPr>
              </a:p>
            </p:txBody>
          </p:sp>
          <p:sp>
            <p:nvSpPr>
              <p:cNvPr id="17" name="Oval 6">
                <a:extLst>
                  <a:ext uri="{FF2B5EF4-FFF2-40B4-BE49-F238E27FC236}">
                    <a16:creationId xmlns:a16="http://schemas.microsoft.com/office/drawing/2014/main" id="{1F8B8CA3-31B9-4E3E-89F8-B823F31C1C99}"/>
                  </a:ext>
                </a:extLst>
              </p:cNvPr>
              <p:cNvSpPr>
                <a:spLocks/>
              </p:cNvSpPr>
              <p:nvPr/>
            </p:nvSpPr>
            <p:spPr bwMode="auto">
              <a:xfrm>
                <a:off x="1477486" y="2814331"/>
                <a:ext cx="95903" cy="95276"/>
              </a:xfrm>
              <a:prstGeom prst="ellipse">
                <a:avLst/>
              </a:prstGeom>
              <a:solidFill>
                <a:schemeClr val="accent4"/>
              </a:solidFill>
              <a:ln w="25400" cap="flat">
                <a:noFill/>
                <a:prstDash val="solid"/>
                <a:miter lim="800000"/>
                <a:headEnd type="none" w="med" len="med"/>
                <a:tailEnd type="none" w="med" len="med"/>
              </a:ln>
            </p:spPr>
            <p:txBody>
              <a:bodyPr lIns="0" tIns="0" rIns="0" bIns="0"/>
              <a:lstStyle/>
              <a:p>
                <a:endParaRPr lang="id-ID" dirty="0">
                  <a:latin typeface="Lato Light"/>
                </a:endParaRPr>
              </a:p>
            </p:txBody>
          </p:sp>
          <p:sp>
            <p:nvSpPr>
              <p:cNvPr id="18" name="Rectangle 92">
                <a:extLst>
                  <a:ext uri="{FF2B5EF4-FFF2-40B4-BE49-F238E27FC236}">
                    <a16:creationId xmlns:a16="http://schemas.microsoft.com/office/drawing/2014/main" id="{C40CC64C-4BDE-4B83-ACBA-76BBEC31E3B1}"/>
                  </a:ext>
                </a:extLst>
              </p:cNvPr>
              <p:cNvSpPr>
                <a:spLocks/>
              </p:cNvSpPr>
              <p:nvPr/>
            </p:nvSpPr>
            <p:spPr bwMode="auto">
              <a:xfrm>
                <a:off x="2205844" y="3085114"/>
                <a:ext cx="5104773" cy="200580"/>
              </a:xfrm>
              <a:prstGeom prst="rect">
                <a:avLst/>
              </a:prstGeom>
              <a:solidFill>
                <a:srgbClr val="FFFFFF"/>
              </a:solidFill>
              <a:ln w="25400" cap="flat">
                <a:solidFill>
                  <a:srgbClr val="B3B3B3"/>
                </a:solidFill>
                <a:prstDash val="solid"/>
                <a:miter lim="800000"/>
                <a:headEnd type="none" w="med" len="med"/>
                <a:tailEnd type="none" w="med" len="med"/>
              </a:ln>
            </p:spPr>
            <p:txBody>
              <a:bodyPr lIns="0" tIns="0" rIns="0" bIns="0"/>
              <a:lstStyle/>
              <a:p>
                <a:endParaRPr lang="id-ID" dirty="0">
                  <a:latin typeface="Lato Light"/>
                </a:endParaRPr>
              </a:p>
            </p:txBody>
          </p:sp>
          <p:grpSp>
            <p:nvGrpSpPr>
              <p:cNvPr id="19" name="Group 93">
                <a:extLst>
                  <a:ext uri="{FF2B5EF4-FFF2-40B4-BE49-F238E27FC236}">
                    <a16:creationId xmlns:a16="http://schemas.microsoft.com/office/drawing/2014/main" id="{021FE07F-E9DB-428E-864C-12ABBB046C13}"/>
                  </a:ext>
                </a:extLst>
              </p:cNvPr>
              <p:cNvGrpSpPr/>
              <p:nvPr/>
            </p:nvGrpSpPr>
            <p:grpSpPr>
              <a:xfrm>
                <a:off x="7494380" y="2779230"/>
                <a:ext cx="155357" cy="155272"/>
                <a:chOff x="4763" y="0"/>
                <a:chExt cx="2900362" cy="2898775"/>
              </a:xfrm>
              <a:solidFill>
                <a:schemeClr val="bg1">
                  <a:lumMod val="50000"/>
                </a:schemeClr>
              </a:solidFill>
            </p:grpSpPr>
            <p:sp>
              <p:nvSpPr>
                <p:cNvPr id="22" name="Freeform 13">
                  <a:extLst>
                    <a:ext uri="{FF2B5EF4-FFF2-40B4-BE49-F238E27FC236}">
                      <a16:creationId xmlns:a16="http://schemas.microsoft.com/office/drawing/2014/main" id="{8251ED56-D5C4-4244-B7B8-9CC65D6F8A0C}"/>
                    </a:ext>
                  </a:extLst>
                </p:cNvPr>
                <p:cNvSpPr>
                  <a:spLocks/>
                </p:cNvSpPr>
                <p:nvPr/>
              </p:nvSpPr>
              <p:spPr bwMode="auto">
                <a:xfrm>
                  <a:off x="4763" y="0"/>
                  <a:ext cx="727075" cy="722313"/>
                </a:xfrm>
                <a:custGeom>
                  <a:avLst/>
                  <a:gdLst>
                    <a:gd name="T0" fmla="*/ 168 w 193"/>
                    <a:gd name="T1" fmla="*/ 0 h 192"/>
                    <a:gd name="T2" fmla="*/ 24 w 193"/>
                    <a:gd name="T3" fmla="*/ 0 h 192"/>
                    <a:gd name="T4" fmla="*/ 0 w 193"/>
                    <a:gd name="T5" fmla="*/ 24 h 192"/>
                    <a:gd name="T6" fmla="*/ 0 w 193"/>
                    <a:gd name="T7" fmla="*/ 168 h 192"/>
                    <a:gd name="T8" fmla="*/ 24 w 193"/>
                    <a:gd name="T9" fmla="*/ 192 h 192"/>
                    <a:gd name="T10" fmla="*/ 168 w 193"/>
                    <a:gd name="T11" fmla="*/ 192 h 192"/>
                    <a:gd name="T12" fmla="*/ 193 w 193"/>
                    <a:gd name="T13" fmla="*/ 168 h 192"/>
                    <a:gd name="T14" fmla="*/ 193 w 193"/>
                    <a:gd name="T15" fmla="*/ 24 h 192"/>
                    <a:gd name="T16" fmla="*/ 168 w 193"/>
                    <a:gd name="T17" fmla="*/ 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3" h="192">
                      <a:moveTo>
                        <a:pt x="168" y="0"/>
                      </a:moveTo>
                      <a:cubicBezTo>
                        <a:pt x="24" y="0"/>
                        <a:pt x="24" y="0"/>
                        <a:pt x="24" y="0"/>
                      </a:cubicBezTo>
                      <a:cubicBezTo>
                        <a:pt x="11" y="0"/>
                        <a:pt x="0" y="11"/>
                        <a:pt x="0" y="24"/>
                      </a:cubicBezTo>
                      <a:cubicBezTo>
                        <a:pt x="0" y="168"/>
                        <a:pt x="0" y="168"/>
                        <a:pt x="0" y="168"/>
                      </a:cubicBezTo>
                      <a:cubicBezTo>
                        <a:pt x="0" y="182"/>
                        <a:pt x="11" y="192"/>
                        <a:pt x="24" y="192"/>
                      </a:cubicBezTo>
                      <a:cubicBezTo>
                        <a:pt x="168" y="192"/>
                        <a:pt x="168" y="192"/>
                        <a:pt x="168" y="192"/>
                      </a:cubicBezTo>
                      <a:cubicBezTo>
                        <a:pt x="182" y="192"/>
                        <a:pt x="193" y="182"/>
                        <a:pt x="193" y="168"/>
                      </a:cubicBezTo>
                      <a:cubicBezTo>
                        <a:pt x="193" y="24"/>
                        <a:pt x="193" y="24"/>
                        <a:pt x="193" y="24"/>
                      </a:cubicBezTo>
                      <a:cubicBezTo>
                        <a:pt x="193" y="11"/>
                        <a:pt x="182" y="0"/>
                        <a:pt x="168"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dirty="0">
                    <a:latin typeface="Lato Light"/>
                  </a:endParaRPr>
                </a:p>
              </p:txBody>
            </p:sp>
            <p:sp>
              <p:nvSpPr>
                <p:cNvPr id="23" name="Freeform 14">
                  <a:extLst>
                    <a:ext uri="{FF2B5EF4-FFF2-40B4-BE49-F238E27FC236}">
                      <a16:creationId xmlns:a16="http://schemas.microsoft.com/office/drawing/2014/main" id="{ECE11028-B7CA-451E-851D-176871A08FC6}"/>
                    </a:ext>
                  </a:extLst>
                </p:cNvPr>
                <p:cNvSpPr>
                  <a:spLocks/>
                </p:cNvSpPr>
                <p:nvPr/>
              </p:nvSpPr>
              <p:spPr bwMode="auto">
                <a:xfrm>
                  <a:off x="4763" y="1087438"/>
                  <a:ext cx="727075" cy="722313"/>
                </a:xfrm>
                <a:custGeom>
                  <a:avLst/>
                  <a:gdLst>
                    <a:gd name="T0" fmla="*/ 168 w 193"/>
                    <a:gd name="T1" fmla="*/ 0 h 192"/>
                    <a:gd name="T2" fmla="*/ 24 w 193"/>
                    <a:gd name="T3" fmla="*/ 0 h 192"/>
                    <a:gd name="T4" fmla="*/ 0 w 193"/>
                    <a:gd name="T5" fmla="*/ 24 h 192"/>
                    <a:gd name="T6" fmla="*/ 0 w 193"/>
                    <a:gd name="T7" fmla="*/ 168 h 192"/>
                    <a:gd name="T8" fmla="*/ 24 w 193"/>
                    <a:gd name="T9" fmla="*/ 192 h 192"/>
                    <a:gd name="T10" fmla="*/ 168 w 193"/>
                    <a:gd name="T11" fmla="*/ 192 h 192"/>
                    <a:gd name="T12" fmla="*/ 193 w 193"/>
                    <a:gd name="T13" fmla="*/ 168 h 192"/>
                    <a:gd name="T14" fmla="*/ 193 w 193"/>
                    <a:gd name="T15" fmla="*/ 24 h 192"/>
                    <a:gd name="T16" fmla="*/ 168 w 193"/>
                    <a:gd name="T17" fmla="*/ 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3" h="192">
                      <a:moveTo>
                        <a:pt x="168" y="0"/>
                      </a:moveTo>
                      <a:cubicBezTo>
                        <a:pt x="24" y="0"/>
                        <a:pt x="24" y="0"/>
                        <a:pt x="24" y="0"/>
                      </a:cubicBezTo>
                      <a:cubicBezTo>
                        <a:pt x="11" y="0"/>
                        <a:pt x="0" y="11"/>
                        <a:pt x="0" y="24"/>
                      </a:cubicBezTo>
                      <a:cubicBezTo>
                        <a:pt x="0" y="168"/>
                        <a:pt x="0" y="168"/>
                        <a:pt x="0" y="168"/>
                      </a:cubicBezTo>
                      <a:cubicBezTo>
                        <a:pt x="0" y="181"/>
                        <a:pt x="11" y="192"/>
                        <a:pt x="24" y="192"/>
                      </a:cubicBezTo>
                      <a:cubicBezTo>
                        <a:pt x="168" y="192"/>
                        <a:pt x="168" y="192"/>
                        <a:pt x="168" y="192"/>
                      </a:cubicBezTo>
                      <a:cubicBezTo>
                        <a:pt x="182" y="192"/>
                        <a:pt x="193" y="181"/>
                        <a:pt x="193" y="168"/>
                      </a:cubicBezTo>
                      <a:cubicBezTo>
                        <a:pt x="193" y="24"/>
                        <a:pt x="193" y="24"/>
                        <a:pt x="193" y="24"/>
                      </a:cubicBezTo>
                      <a:cubicBezTo>
                        <a:pt x="193" y="11"/>
                        <a:pt x="182" y="0"/>
                        <a:pt x="168"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dirty="0">
                    <a:latin typeface="Lato Light"/>
                  </a:endParaRPr>
                </a:p>
              </p:txBody>
            </p:sp>
            <p:sp>
              <p:nvSpPr>
                <p:cNvPr id="24" name="Freeform 15">
                  <a:extLst>
                    <a:ext uri="{FF2B5EF4-FFF2-40B4-BE49-F238E27FC236}">
                      <a16:creationId xmlns:a16="http://schemas.microsoft.com/office/drawing/2014/main" id="{C663966C-C5F6-4AF2-AC81-EF7A040B7489}"/>
                    </a:ext>
                  </a:extLst>
                </p:cNvPr>
                <p:cNvSpPr>
                  <a:spLocks/>
                </p:cNvSpPr>
                <p:nvPr/>
              </p:nvSpPr>
              <p:spPr bwMode="auto">
                <a:xfrm>
                  <a:off x="4763" y="2171700"/>
                  <a:ext cx="727075" cy="727075"/>
                </a:xfrm>
                <a:custGeom>
                  <a:avLst/>
                  <a:gdLst>
                    <a:gd name="T0" fmla="*/ 168 w 193"/>
                    <a:gd name="T1" fmla="*/ 0 h 193"/>
                    <a:gd name="T2" fmla="*/ 24 w 193"/>
                    <a:gd name="T3" fmla="*/ 0 h 193"/>
                    <a:gd name="T4" fmla="*/ 0 w 193"/>
                    <a:gd name="T5" fmla="*/ 25 h 193"/>
                    <a:gd name="T6" fmla="*/ 0 w 193"/>
                    <a:gd name="T7" fmla="*/ 169 h 193"/>
                    <a:gd name="T8" fmla="*/ 24 w 193"/>
                    <a:gd name="T9" fmla="*/ 193 h 193"/>
                    <a:gd name="T10" fmla="*/ 168 w 193"/>
                    <a:gd name="T11" fmla="*/ 193 h 193"/>
                    <a:gd name="T12" fmla="*/ 193 w 193"/>
                    <a:gd name="T13" fmla="*/ 169 h 193"/>
                    <a:gd name="T14" fmla="*/ 193 w 193"/>
                    <a:gd name="T15" fmla="*/ 25 h 193"/>
                    <a:gd name="T16" fmla="*/ 168 w 193"/>
                    <a:gd name="T17" fmla="*/ 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3" h="193">
                      <a:moveTo>
                        <a:pt x="168" y="0"/>
                      </a:moveTo>
                      <a:cubicBezTo>
                        <a:pt x="24" y="0"/>
                        <a:pt x="24" y="0"/>
                        <a:pt x="24" y="0"/>
                      </a:cubicBezTo>
                      <a:cubicBezTo>
                        <a:pt x="11" y="0"/>
                        <a:pt x="0" y="11"/>
                        <a:pt x="0" y="25"/>
                      </a:cubicBezTo>
                      <a:cubicBezTo>
                        <a:pt x="0" y="169"/>
                        <a:pt x="0" y="169"/>
                        <a:pt x="0" y="169"/>
                      </a:cubicBezTo>
                      <a:cubicBezTo>
                        <a:pt x="0" y="182"/>
                        <a:pt x="11" y="193"/>
                        <a:pt x="24" y="193"/>
                      </a:cubicBezTo>
                      <a:cubicBezTo>
                        <a:pt x="168" y="193"/>
                        <a:pt x="168" y="193"/>
                        <a:pt x="168" y="193"/>
                      </a:cubicBezTo>
                      <a:cubicBezTo>
                        <a:pt x="182" y="193"/>
                        <a:pt x="193" y="182"/>
                        <a:pt x="193" y="169"/>
                      </a:cubicBezTo>
                      <a:cubicBezTo>
                        <a:pt x="193" y="25"/>
                        <a:pt x="193" y="25"/>
                        <a:pt x="193" y="25"/>
                      </a:cubicBezTo>
                      <a:cubicBezTo>
                        <a:pt x="193" y="11"/>
                        <a:pt x="182" y="0"/>
                        <a:pt x="168"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dirty="0">
                    <a:latin typeface="Lato Light"/>
                  </a:endParaRPr>
                </a:p>
              </p:txBody>
            </p:sp>
            <p:sp>
              <p:nvSpPr>
                <p:cNvPr id="25" name="Freeform 16">
                  <a:extLst>
                    <a:ext uri="{FF2B5EF4-FFF2-40B4-BE49-F238E27FC236}">
                      <a16:creationId xmlns:a16="http://schemas.microsoft.com/office/drawing/2014/main" id="{1231452A-2DB6-4628-B13E-989E31967835}"/>
                    </a:ext>
                  </a:extLst>
                </p:cNvPr>
                <p:cNvSpPr>
                  <a:spLocks/>
                </p:cNvSpPr>
                <p:nvPr/>
              </p:nvSpPr>
              <p:spPr bwMode="auto">
                <a:xfrm>
                  <a:off x="1093788" y="0"/>
                  <a:ext cx="722312" cy="722313"/>
                </a:xfrm>
                <a:custGeom>
                  <a:avLst/>
                  <a:gdLst>
                    <a:gd name="T0" fmla="*/ 168 w 192"/>
                    <a:gd name="T1" fmla="*/ 0 h 192"/>
                    <a:gd name="T2" fmla="*/ 24 w 192"/>
                    <a:gd name="T3" fmla="*/ 0 h 192"/>
                    <a:gd name="T4" fmla="*/ 0 w 192"/>
                    <a:gd name="T5" fmla="*/ 24 h 192"/>
                    <a:gd name="T6" fmla="*/ 0 w 192"/>
                    <a:gd name="T7" fmla="*/ 168 h 192"/>
                    <a:gd name="T8" fmla="*/ 24 w 192"/>
                    <a:gd name="T9" fmla="*/ 192 h 192"/>
                    <a:gd name="T10" fmla="*/ 168 w 192"/>
                    <a:gd name="T11" fmla="*/ 192 h 192"/>
                    <a:gd name="T12" fmla="*/ 192 w 192"/>
                    <a:gd name="T13" fmla="*/ 168 h 192"/>
                    <a:gd name="T14" fmla="*/ 192 w 192"/>
                    <a:gd name="T15" fmla="*/ 24 h 192"/>
                    <a:gd name="T16" fmla="*/ 168 w 192"/>
                    <a:gd name="T17" fmla="*/ 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2" h="192">
                      <a:moveTo>
                        <a:pt x="168" y="0"/>
                      </a:moveTo>
                      <a:cubicBezTo>
                        <a:pt x="24" y="0"/>
                        <a:pt x="24" y="0"/>
                        <a:pt x="24" y="0"/>
                      </a:cubicBezTo>
                      <a:cubicBezTo>
                        <a:pt x="11" y="0"/>
                        <a:pt x="0" y="11"/>
                        <a:pt x="0" y="24"/>
                      </a:cubicBezTo>
                      <a:cubicBezTo>
                        <a:pt x="0" y="168"/>
                        <a:pt x="0" y="168"/>
                        <a:pt x="0" y="168"/>
                      </a:cubicBezTo>
                      <a:cubicBezTo>
                        <a:pt x="0" y="182"/>
                        <a:pt x="11" y="192"/>
                        <a:pt x="24" y="192"/>
                      </a:cubicBezTo>
                      <a:cubicBezTo>
                        <a:pt x="168" y="192"/>
                        <a:pt x="168" y="192"/>
                        <a:pt x="168" y="192"/>
                      </a:cubicBezTo>
                      <a:cubicBezTo>
                        <a:pt x="181" y="192"/>
                        <a:pt x="192" y="182"/>
                        <a:pt x="192" y="168"/>
                      </a:cubicBezTo>
                      <a:cubicBezTo>
                        <a:pt x="192" y="24"/>
                        <a:pt x="192" y="24"/>
                        <a:pt x="192" y="24"/>
                      </a:cubicBezTo>
                      <a:cubicBezTo>
                        <a:pt x="192" y="11"/>
                        <a:pt x="181" y="0"/>
                        <a:pt x="168"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dirty="0">
                    <a:latin typeface="Lato Light"/>
                  </a:endParaRPr>
                </a:p>
              </p:txBody>
            </p:sp>
            <p:sp>
              <p:nvSpPr>
                <p:cNvPr id="26" name="Freeform 17">
                  <a:extLst>
                    <a:ext uri="{FF2B5EF4-FFF2-40B4-BE49-F238E27FC236}">
                      <a16:creationId xmlns:a16="http://schemas.microsoft.com/office/drawing/2014/main" id="{02B5F533-7190-4486-800E-50B9DEE2ECC1}"/>
                    </a:ext>
                  </a:extLst>
                </p:cNvPr>
                <p:cNvSpPr>
                  <a:spLocks/>
                </p:cNvSpPr>
                <p:nvPr/>
              </p:nvSpPr>
              <p:spPr bwMode="auto">
                <a:xfrm>
                  <a:off x="1093788" y="1087438"/>
                  <a:ext cx="722312" cy="722313"/>
                </a:xfrm>
                <a:custGeom>
                  <a:avLst/>
                  <a:gdLst>
                    <a:gd name="T0" fmla="*/ 168 w 192"/>
                    <a:gd name="T1" fmla="*/ 0 h 192"/>
                    <a:gd name="T2" fmla="*/ 24 w 192"/>
                    <a:gd name="T3" fmla="*/ 0 h 192"/>
                    <a:gd name="T4" fmla="*/ 0 w 192"/>
                    <a:gd name="T5" fmla="*/ 24 h 192"/>
                    <a:gd name="T6" fmla="*/ 0 w 192"/>
                    <a:gd name="T7" fmla="*/ 168 h 192"/>
                    <a:gd name="T8" fmla="*/ 24 w 192"/>
                    <a:gd name="T9" fmla="*/ 192 h 192"/>
                    <a:gd name="T10" fmla="*/ 168 w 192"/>
                    <a:gd name="T11" fmla="*/ 192 h 192"/>
                    <a:gd name="T12" fmla="*/ 192 w 192"/>
                    <a:gd name="T13" fmla="*/ 168 h 192"/>
                    <a:gd name="T14" fmla="*/ 192 w 192"/>
                    <a:gd name="T15" fmla="*/ 24 h 192"/>
                    <a:gd name="T16" fmla="*/ 168 w 192"/>
                    <a:gd name="T17" fmla="*/ 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2" h="192">
                      <a:moveTo>
                        <a:pt x="168" y="0"/>
                      </a:moveTo>
                      <a:cubicBezTo>
                        <a:pt x="24" y="0"/>
                        <a:pt x="24" y="0"/>
                        <a:pt x="24" y="0"/>
                      </a:cubicBezTo>
                      <a:cubicBezTo>
                        <a:pt x="11" y="0"/>
                        <a:pt x="0" y="11"/>
                        <a:pt x="0" y="24"/>
                      </a:cubicBezTo>
                      <a:cubicBezTo>
                        <a:pt x="0" y="168"/>
                        <a:pt x="0" y="168"/>
                        <a:pt x="0" y="168"/>
                      </a:cubicBezTo>
                      <a:cubicBezTo>
                        <a:pt x="0" y="181"/>
                        <a:pt x="11" y="192"/>
                        <a:pt x="24" y="192"/>
                      </a:cubicBezTo>
                      <a:cubicBezTo>
                        <a:pt x="168" y="192"/>
                        <a:pt x="168" y="192"/>
                        <a:pt x="168" y="192"/>
                      </a:cubicBezTo>
                      <a:cubicBezTo>
                        <a:pt x="181" y="192"/>
                        <a:pt x="192" y="181"/>
                        <a:pt x="192" y="168"/>
                      </a:cubicBezTo>
                      <a:cubicBezTo>
                        <a:pt x="192" y="24"/>
                        <a:pt x="192" y="24"/>
                        <a:pt x="192" y="24"/>
                      </a:cubicBezTo>
                      <a:cubicBezTo>
                        <a:pt x="192" y="11"/>
                        <a:pt x="181" y="0"/>
                        <a:pt x="168"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dirty="0">
                    <a:latin typeface="Lato Light"/>
                  </a:endParaRPr>
                </a:p>
              </p:txBody>
            </p:sp>
            <p:sp>
              <p:nvSpPr>
                <p:cNvPr id="27" name="Freeform 18">
                  <a:extLst>
                    <a:ext uri="{FF2B5EF4-FFF2-40B4-BE49-F238E27FC236}">
                      <a16:creationId xmlns:a16="http://schemas.microsoft.com/office/drawing/2014/main" id="{E1197ACF-D4F7-4F4F-B51B-31BAB0320329}"/>
                    </a:ext>
                  </a:extLst>
                </p:cNvPr>
                <p:cNvSpPr>
                  <a:spLocks/>
                </p:cNvSpPr>
                <p:nvPr/>
              </p:nvSpPr>
              <p:spPr bwMode="auto">
                <a:xfrm>
                  <a:off x="1093788" y="2171700"/>
                  <a:ext cx="722312" cy="727075"/>
                </a:xfrm>
                <a:custGeom>
                  <a:avLst/>
                  <a:gdLst>
                    <a:gd name="T0" fmla="*/ 168 w 192"/>
                    <a:gd name="T1" fmla="*/ 0 h 193"/>
                    <a:gd name="T2" fmla="*/ 24 w 192"/>
                    <a:gd name="T3" fmla="*/ 0 h 193"/>
                    <a:gd name="T4" fmla="*/ 0 w 192"/>
                    <a:gd name="T5" fmla="*/ 25 h 193"/>
                    <a:gd name="T6" fmla="*/ 0 w 192"/>
                    <a:gd name="T7" fmla="*/ 169 h 193"/>
                    <a:gd name="T8" fmla="*/ 24 w 192"/>
                    <a:gd name="T9" fmla="*/ 193 h 193"/>
                    <a:gd name="T10" fmla="*/ 168 w 192"/>
                    <a:gd name="T11" fmla="*/ 193 h 193"/>
                    <a:gd name="T12" fmla="*/ 192 w 192"/>
                    <a:gd name="T13" fmla="*/ 169 h 193"/>
                    <a:gd name="T14" fmla="*/ 192 w 192"/>
                    <a:gd name="T15" fmla="*/ 25 h 193"/>
                    <a:gd name="T16" fmla="*/ 168 w 192"/>
                    <a:gd name="T17" fmla="*/ 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2" h="193">
                      <a:moveTo>
                        <a:pt x="168" y="0"/>
                      </a:moveTo>
                      <a:cubicBezTo>
                        <a:pt x="24" y="0"/>
                        <a:pt x="24" y="0"/>
                        <a:pt x="24" y="0"/>
                      </a:cubicBezTo>
                      <a:cubicBezTo>
                        <a:pt x="11" y="0"/>
                        <a:pt x="0" y="11"/>
                        <a:pt x="0" y="25"/>
                      </a:cubicBezTo>
                      <a:cubicBezTo>
                        <a:pt x="0" y="169"/>
                        <a:pt x="0" y="169"/>
                        <a:pt x="0" y="169"/>
                      </a:cubicBezTo>
                      <a:cubicBezTo>
                        <a:pt x="0" y="182"/>
                        <a:pt x="11" y="193"/>
                        <a:pt x="24" y="193"/>
                      </a:cubicBezTo>
                      <a:cubicBezTo>
                        <a:pt x="168" y="193"/>
                        <a:pt x="168" y="193"/>
                        <a:pt x="168" y="193"/>
                      </a:cubicBezTo>
                      <a:cubicBezTo>
                        <a:pt x="181" y="193"/>
                        <a:pt x="192" y="182"/>
                        <a:pt x="192" y="169"/>
                      </a:cubicBezTo>
                      <a:cubicBezTo>
                        <a:pt x="192" y="25"/>
                        <a:pt x="192" y="25"/>
                        <a:pt x="192" y="25"/>
                      </a:cubicBezTo>
                      <a:cubicBezTo>
                        <a:pt x="192" y="11"/>
                        <a:pt x="181" y="0"/>
                        <a:pt x="168"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dirty="0">
                    <a:latin typeface="Lato Light"/>
                  </a:endParaRPr>
                </a:p>
              </p:txBody>
            </p:sp>
            <p:sp>
              <p:nvSpPr>
                <p:cNvPr id="28" name="Freeform 19">
                  <a:extLst>
                    <a:ext uri="{FF2B5EF4-FFF2-40B4-BE49-F238E27FC236}">
                      <a16:creationId xmlns:a16="http://schemas.microsoft.com/office/drawing/2014/main" id="{305C916E-AA00-40D3-979E-8385C880D15E}"/>
                    </a:ext>
                  </a:extLst>
                </p:cNvPr>
                <p:cNvSpPr>
                  <a:spLocks/>
                </p:cNvSpPr>
                <p:nvPr/>
              </p:nvSpPr>
              <p:spPr bwMode="auto">
                <a:xfrm>
                  <a:off x="2181225" y="0"/>
                  <a:ext cx="723900" cy="722313"/>
                </a:xfrm>
                <a:custGeom>
                  <a:avLst/>
                  <a:gdLst>
                    <a:gd name="T0" fmla="*/ 168 w 192"/>
                    <a:gd name="T1" fmla="*/ 0 h 192"/>
                    <a:gd name="T2" fmla="*/ 24 w 192"/>
                    <a:gd name="T3" fmla="*/ 0 h 192"/>
                    <a:gd name="T4" fmla="*/ 0 w 192"/>
                    <a:gd name="T5" fmla="*/ 24 h 192"/>
                    <a:gd name="T6" fmla="*/ 0 w 192"/>
                    <a:gd name="T7" fmla="*/ 168 h 192"/>
                    <a:gd name="T8" fmla="*/ 24 w 192"/>
                    <a:gd name="T9" fmla="*/ 192 h 192"/>
                    <a:gd name="T10" fmla="*/ 168 w 192"/>
                    <a:gd name="T11" fmla="*/ 192 h 192"/>
                    <a:gd name="T12" fmla="*/ 192 w 192"/>
                    <a:gd name="T13" fmla="*/ 168 h 192"/>
                    <a:gd name="T14" fmla="*/ 192 w 192"/>
                    <a:gd name="T15" fmla="*/ 24 h 192"/>
                    <a:gd name="T16" fmla="*/ 168 w 192"/>
                    <a:gd name="T17" fmla="*/ 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2" h="192">
                      <a:moveTo>
                        <a:pt x="168" y="0"/>
                      </a:moveTo>
                      <a:cubicBezTo>
                        <a:pt x="24" y="0"/>
                        <a:pt x="24" y="0"/>
                        <a:pt x="24" y="0"/>
                      </a:cubicBezTo>
                      <a:cubicBezTo>
                        <a:pt x="10" y="0"/>
                        <a:pt x="0" y="11"/>
                        <a:pt x="0" y="24"/>
                      </a:cubicBezTo>
                      <a:cubicBezTo>
                        <a:pt x="0" y="168"/>
                        <a:pt x="0" y="168"/>
                        <a:pt x="0" y="168"/>
                      </a:cubicBezTo>
                      <a:cubicBezTo>
                        <a:pt x="0" y="182"/>
                        <a:pt x="10" y="192"/>
                        <a:pt x="24" y="192"/>
                      </a:cubicBezTo>
                      <a:cubicBezTo>
                        <a:pt x="168" y="192"/>
                        <a:pt x="168" y="192"/>
                        <a:pt x="168" y="192"/>
                      </a:cubicBezTo>
                      <a:cubicBezTo>
                        <a:pt x="181" y="192"/>
                        <a:pt x="192" y="182"/>
                        <a:pt x="192" y="168"/>
                      </a:cubicBezTo>
                      <a:cubicBezTo>
                        <a:pt x="192" y="24"/>
                        <a:pt x="192" y="24"/>
                        <a:pt x="192" y="24"/>
                      </a:cubicBezTo>
                      <a:cubicBezTo>
                        <a:pt x="192" y="11"/>
                        <a:pt x="181" y="0"/>
                        <a:pt x="168"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dirty="0">
                    <a:latin typeface="Lato Light"/>
                  </a:endParaRPr>
                </a:p>
              </p:txBody>
            </p:sp>
            <p:sp>
              <p:nvSpPr>
                <p:cNvPr id="29" name="Freeform 20">
                  <a:extLst>
                    <a:ext uri="{FF2B5EF4-FFF2-40B4-BE49-F238E27FC236}">
                      <a16:creationId xmlns:a16="http://schemas.microsoft.com/office/drawing/2014/main" id="{606A4951-C43E-4D62-8601-77DAE03DB7A5}"/>
                    </a:ext>
                  </a:extLst>
                </p:cNvPr>
                <p:cNvSpPr>
                  <a:spLocks/>
                </p:cNvSpPr>
                <p:nvPr/>
              </p:nvSpPr>
              <p:spPr bwMode="auto">
                <a:xfrm>
                  <a:off x="2181225" y="1087438"/>
                  <a:ext cx="723900" cy="722313"/>
                </a:xfrm>
                <a:custGeom>
                  <a:avLst/>
                  <a:gdLst>
                    <a:gd name="T0" fmla="*/ 168 w 192"/>
                    <a:gd name="T1" fmla="*/ 0 h 192"/>
                    <a:gd name="T2" fmla="*/ 24 w 192"/>
                    <a:gd name="T3" fmla="*/ 0 h 192"/>
                    <a:gd name="T4" fmla="*/ 0 w 192"/>
                    <a:gd name="T5" fmla="*/ 24 h 192"/>
                    <a:gd name="T6" fmla="*/ 0 w 192"/>
                    <a:gd name="T7" fmla="*/ 168 h 192"/>
                    <a:gd name="T8" fmla="*/ 24 w 192"/>
                    <a:gd name="T9" fmla="*/ 192 h 192"/>
                    <a:gd name="T10" fmla="*/ 168 w 192"/>
                    <a:gd name="T11" fmla="*/ 192 h 192"/>
                    <a:gd name="T12" fmla="*/ 192 w 192"/>
                    <a:gd name="T13" fmla="*/ 168 h 192"/>
                    <a:gd name="T14" fmla="*/ 192 w 192"/>
                    <a:gd name="T15" fmla="*/ 24 h 192"/>
                    <a:gd name="T16" fmla="*/ 168 w 192"/>
                    <a:gd name="T17" fmla="*/ 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2" h="192">
                      <a:moveTo>
                        <a:pt x="168" y="0"/>
                      </a:moveTo>
                      <a:cubicBezTo>
                        <a:pt x="24" y="0"/>
                        <a:pt x="24" y="0"/>
                        <a:pt x="24" y="0"/>
                      </a:cubicBezTo>
                      <a:cubicBezTo>
                        <a:pt x="10" y="0"/>
                        <a:pt x="0" y="11"/>
                        <a:pt x="0" y="24"/>
                      </a:cubicBezTo>
                      <a:cubicBezTo>
                        <a:pt x="0" y="168"/>
                        <a:pt x="0" y="168"/>
                        <a:pt x="0" y="168"/>
                      </a:cubicBezTo>
                      <a:cubicBezTo>
                        <a:pt x="0" y="181"/>
                        <a:pt x="10" y="192"/>
                        <a:pt x="24" y="192"/>
                      </a:cubicBezTo>
                      <a:cubicBezTo>
                        <a:pt x="168" y="192"/>
                        <a:pt x="168" y="192"/>
                        <a:pt x="168" y="192"/>
                      </a:cubicBezTo>
                      <a:cubicBezTo>
                        <a:pt x="181" y="192"/>
                        <a:pt x="192" y="181"/>
                        <a:pt x="192" y="168"/>
                      </a:cubicBezTo>
                      <a:cubicBezTo>
                        <a:pt x="192" y="24"/>
                        <a:pt x="192" y="24"/>
                        <a:pt x="192" y="24"/>
                      </a:cubicBezTo>
                      <a:cubicBezTo>
                        <a:pt x="192" y="11"/>
                        <a:pt x="181" y="0"/>
                        <a:pt x="168"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dirty="0">
                    <a:latin typeface="Lato Light"/>
                  </a:endParaRPr>
                </a:p>
              </p:txBody>
            </p:sp>
            <p:sp>
              <p:nvSpPr>
                <p:cNvPr id="30" name="Freeform 21">
                  <a:extLst>
                    <a:ext uri="{FF2B5EF4-FFF2-40B4-BE49-F238E27FC236}">
                      <a16:creationId xmlns:a16="http://schemas.microsoft.com/office/drawing/2014/main" id="{E4DF5AB0-92B8-4555-8BFE-FEB94F35CC73}"/>
                    </a:ext>
                  </a:extLst>
                </p:cNvPr>
                <p:cNvSpPr>
                  <a:spLocks/>
                </p:cNvSpPr>
                <p:nvPr/>
              </p:nvSpPr>
              <p:spPr bwMode="auto">
                <a:xfrm>
                  <a:off x="2181225" y="2171700"/>
                  <a:ext cx="723900" cy="727075"/>
                </a:xfrm>
                <a:custGeom>
                  <a:avLst/>
                  <a:gdLst>
                    <a:gd name="T0" fmla="*/ 168 w 192"/>
                    <a:gd name="T1" fmla="*/ 0 h 193"/>
                    <a:gd name="T2" fmla="*/ 24 w 192"/>
                    <a:gd name="T3" fmla="*/ 0 h 193"/>
                    <a:gd name="T4" fmla="*/ 0 w 192"/>
                    <a:gd name="T5" fmla="*/ 25 h 193"/>
                    <a:gd name="T6" fmla="*/ 0 w 192"/>
                    <a:gd name="T7" fmla="*/ 169 h 193"/>
                    <a:gd name="T8" fmla="*/ 24 w 192"/>
                    <a:gd name="T9" fmla="*/ 193 h 193"/>
                    <a:gd name="T10" fmla="*/ 168 w 192"/>
                    <a:gd name="T11" fmla="*/ 193 h 193"/>
                    <a:gd name="T12" fmla="*/ 192 w 192"/>
                    <a:gd name="T13" fmla="*/ 169 h 193"/>
                    <a:gd name="T14" fmla="*/ 192 w 192"/>
                    <a:gd name="T15" fmla="*/ 25 h 193"/>
                    <a:gd name="T16" fmla="*/ 168 w 192"/>
                    <a:gd name="T17" fmla="*/ 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2" h="193">
                      <a:moveTo>
                        <a:pt x="168" y="0"/>
                      </a:moveTo>
                      <a:cubicBezTo>
                        <a:pt x="24" y="0"/>
                        <a:pt x="24" y="0"/>
                        <a:pt x="24" y="0"/>
                      </a:cubicBezTo>
                      <a:cubicBezTo>
                        <a:pt x="10" y="0"/>
                        <a:pt x="0" y="11"/>
                        <a:pt x="0" y="25"/>
                      </a:cubicBezTo>
                      <a:cubicBezTo>
                        <a:pt x="0" y="169"/>
                        <a:pt x="0" y="169"/>
                        <a:pt x="0" y="169"/>
                      </a:cubicBezTo>
                      <a:cubicBezTo>
                        <a:pt x="0" y="182"/>
                        <a:pt x="10" y="193"/>
                        <a:pt x="24" y="193"/>
                      </a:cubicBezTo>
                      <a:cubicBezTo>
                        <a:pt x="168" y="193"/>
                        <a:pt x="168" y="193"/>
                        <a:pt x="168" y="193"/>
                      </a:cubicBezTo>
                      <a:cubicBezTo>
                        <a:pt x="181" y="193"/>
                        <a:pt x="192" y="182"/>
                        <a:pt x="192" y="169"/>
                      </a:cubicBezTo>
                      <a:cubicBezTo>
                        <a:pt x="192" y="25"/>
                        <a:pt x="192" y="25"/>
                        <a:pt x="192" y="25"/>
                      </a:cubicBezTo>
                      <a:cubicBezTo>
                        <a:pt x="192" y="11"/>
                        <a:pt x="181" y="0"/>
                        <a:pt x="168"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dirty="0">
                    <a:latin typeface="Lato Light"/>
                  </a:endParaRPr>
                </a:p>
              </p:txBody>
            </p:sp>
          </p:grpSp>
          <p:sp>
            <p:nvSpPr>
              <p:cNvPr id="20" name="Freeform 25">
                <a:extLst>
                  <a:ext uri="{FF2B5EF4-FFF2-40B4-BE49-F238E27FC236}">
                    <a16:creationId xmlns:a16="http://schemas.microsoft.com/office/drawing/2014/main" id="{C904AC4F-21D6-40FC-874A-C69831B8A24B}"/>
                  </a:ext>
                </a:extLst>
              </p:cNvPr>
              <p:cNvSpPr>
                <a:spLocks/>
              </p:cNvSpPr>
              <p:nvPr/>
            </p:nvSpPr>
            <p:spPr bwMode="auto">
              <a:xfrm rot="5400000">
                <a:off x="7497092" y="3115886"/>
                <a:ext cx="146921" cy="128651"/>
              </a:xfrm>
              <a:custGeom>
                <a:avLst/>
                <a:gdLst>
                  <a:gd name="T0" fmla="*/ 504 w 896"/>
                  <a:gd name="T1" fmla="*/ 0 h 784"/>
                  <a:gd name="T2" fmla="*/ 116 w 896"/>
                  <a:gd name="T3" fmla="*/ 336 h 784"/>
                  <a:gd name="T4" fmla="*/ 0 w 896"/>
                  <a:gd name="T5" fmla="*/ 336 h 784"/>
                  <a:gd name="T6" fmla="*/ 168 w 896"/>
                  <a:gd name="T7" fmla="*/ 560 h 784"/>
                  <a:gd name="T8" fmla="*/ 336 w 896"/>
                  <a:gd name="T9" fmla="*/ 336 h 784"/>
                  <a:gd name="T10" fmla="*/ 230 w 896"/>
                  <a:gd name="T11" fmla="*/ 336 h 784"/>
                  <a:gd name="T12" fmla="*/ 504 w 896"/>
                  <a:gd name="T13" fmla="*/ 112 h 784"/>
                  <a:gd name="T14" fmla="*/ 784 w 896"/>
                  <a:gd name="T15" fmla="*/ 392 h 784"/>
                  <a:gd name="T16" fmla="*/ 504 w 896"/>
                  <a:gd name="T17" fmla="*/ 672 h 784"/>
                  <a:gd name="T18" fmla="*/ 504 w 896"/>
                  <a:gd name="T19" fmla="*/ 784 h 784"/>
                  <a:gd name="T20" fmla="*/ 896 w 896"/>
                  <a:gd name="T21" fmla="*/ 392 h 784"/>
                  <a:gd name="T22" fmla="*/ 504 w 896"/>
                  <a:gd name="T23" fmla="*/ 0 h 7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6" h="784">
                    <a:moveTo>
                      <a:pt x="504" y="0"/>
                    </a:moveTo>
                    <a:cubicBezTo>
                      <a:pt x="307" y="0"/>
                      <a:pt x="144" y="146"/>
                      <a:pt x="116" y="336"/>
                    </a:cubicBezTo>
                    <a:cubicBezTo>
                      <a:pt x="0" y="336"/>
                      <a:pt x="0" y="336"/>
                      <a:pt x="0" y="336"/>
                    </a:cubicBezTo>
                    <a:cubicBezTo>
                      <a:pt x="168" y="560"/>
                      <a:pt x="168" y="560"/>
                      <a:pt x="168" y="560"/>
                    </a:cubicBezTo>
                    <a:cubicBezTo>
                      <a:pt x="336" y="336"/>
                      <a:pt x="336" y="336"/>
                      <a:pt x="336" y="336"/>
                    </a:cubicBezTo>
                    <a:cubicBezTo>
                      <a:pt x="230" y="336"/>
                      <a:pt x="230" y="336"/>
                      <a:pt x="230" y="336"/>
                    </a:cubicBezTo>
                    <a:cubicBezTo>
                      <a:pt x="256" y="208"/>
                      <a:pt x="369" y="112"/>
                      <a:pt x="504" y="112"/>
                    </a:cubicBezTo>
                    <a:cubicBezTo>
                      <a:pt x="658" y="112"/>
                      <a:pt x="784" y="238"/>
                      <a:pt x="784" y="392"/>
                    </a:cubicBezTo>
                    <a:cubicBezTo>
                      <a:pt x="784" y="546"/>
                      <a:pt x="658" y="672"/>
                      <a:pt x="504" y="672"/>
                    </a:cubicBezTo>
                    <a:cubicBezTo>
                      <a:pt x="504" y="784"/>
                      <a:pt x="504" y="784"/>
                      <a:pt x="504" y="784"/>
                    </a:cubicBezTo>
                    <a:cubicBezTo>
                      <a:pt x="721" y="784"/>
                      <a:pt x="896" y="609"/>
                      <a:pt x="896" y="392"/>
                    </a:cubicBezTo>
                    <a:cubicBezTo>
                      <a:pt x="896" y="175"/>
                      <a:pt x="721" y="0"/>
                      <a:pt x="504" y="0"/>
                    </a:cubicBezTo>
                    <a:close/>
                  </a:path>
                </a:pathLst>
              </a:custGeom>
              <a:solidFill>
                <a:schemeClr val="bg1">
                  <a:lumMod val="50000"/>
                </a:schemeClr>
              </a:solidFill>
              <a:ln>
                <a:noFill/>
              </a:ln>
            </p:spPr>
            <p:txBody>
              <a:bodyPr vert="horz" wrap="square" lIns="91440" tIns="45720" rIns="91440" bIns="45720" numCol="1" anchor="t" anchorCtr="0" compatLnSpc="1">
                <a:prstTxWarp prst="textNoShape">
                  <a:avLst/>
                </a:prstTxWarp>
              </a:bodyPr>
              <a:lstStyle/>
              <a:p>
                <a:endParaRPr lang="id-ID" dirty="0">
                  <a:latin typeface="Lato Light"/>
                </a:endParaRPr>
              </a:p>
            </p:txBody>
          </p:sp>
          <p:sp>
            <p:nvSpPr>
              <p:cNvPr id="21" name="Oval 6">
                <a:extLst>
                  <a:ext uri="{FF2B5EF4-FFF2-40B4-BE49-F238E27FC236}">
                    <a16:creationId xmlns:a16="http://schemas.microsoft.com/office/drawing/2014/main" id="{008AEF74-0CB4-4F9D-941F-B3FDCFD4ACA6}"/>
                  </a:ext>
                </a:extLst>
              </p:cNvPr>
              <p:cNvSpPr>
                <a:spLocks/>
              </p:cNvSpPr>
              <p:nvPr/>
            </p:nvSpPr>
            <p:spPr bwMode="auto">
              <a:xfrm>
                <a:off x="1655635" y="2814331"/>
                <a:ext cx="95903" cy="95276"/>
              </a:xfrm>
              <a:prstGeom prst="ellipse">
                <a:avLst/>
              </a:prstGeom>
              <a:solidFill>
                <a:schemeClr val="accent5"/>
              </a:solidFill>
              <a:ln w="25400" cap="flat">
                <a:noFill/>
                <a:prstDash val="solid"/>
                <a:miter lim="800000"/>
                <a:headEnd type="none" w="med" len="med"/>
                <a:tailEnd type="none" w="med" len="med"/>
              </a:ln>
            </p:spPr>
            <p:txBody>
              <a:bodyPr lIns="0" tIns="0" rIns="0" bIns="0"/>
              <a:lstStyle/>
              <a:p>
                <a:endParaRPr lang="id-ID" dirty="0">
                  <a:latin typeface="Lato Light"/>
                </a:endParaRPr>
              </a:p>
            </p:txBody>
          </p:sp>
        </p:grpSp>
        <p:sp>
          <p:nvSpPr>
            <p:cNvPr id="10" name="TextBox 9">
              <a:extLst>
                <a:ext uri="{FF2B5EF4-FFF2-40B4-BE49-F238E27FC236}">
                  <a16:creationId xmlns:a16="http://schemas.microsoft.com/office/drawing/2014/main" id="{EFF43D9F-F201-460A-B5AB-10C4C6323FC9}"/>
                </a:ext>
              </a:extLst>
            </p:cNvPr>
            <p:cNvSpPr txBox="1"/>
            <p:nvPr/>
          </p:nvSpPr>
          <p:spPr>
            <a:xfrm>
              <a:off x="2391108" y="2996115"/>
              <a:ext cx="1593994" cy="397022"/>
            </a:xfrm>
            <a:prstGeom prst="rect">
              <a:avLst/>
            </a:prstGeom>
            <a:noFill/>
          </p:spPr>
          <p:txBody>
            <a:bodyPr wrap="none" rtlCol="0">
              <a:spAutoFit/>
            </a:bodyPr>
            <a:lstStyle/>
            <a:p>
              <a:pPr/>
              <a:r>
                <a:rPr lang="ru-RU" sz="1000">
                  <a:solidFill>
                    <a:schemeClr val="tx1"/>
                  </a:solidFill>
                  <a:latin typeface="Poppins Light" charset="0"/>
                  <a:ea typeface="Poppins Light" charset="0"/>
                  <a:cs typeface="Poppins Light" charset="0"/>
                </a:rPr>
                <a:t>localhost:8080</a:t>
              </a:r>
            </a:p>
          </p:txBody>
        </p:sp>
        <p:sp>
          <p:nvSpPr>
            <p:cNvPr id="11" name="Freeform 29">
              <a:extLst>
                <a:ext uri="{FF2B5EF4-FFF2-40B4-BE49-F238E27FC236}">
                  <a16:creationId xmlns:a16="http://schemas.microsoft.com/office/drawing/2014/main" id="{773BAD95-B78D-42DD-A801-8B84C3BF5322}"/>
                </a:ext>
              </a:extLst>
            </p:cNvPr>
            <p:cNvSpPr>
              <a:spLocks noEditPoints="1"/>
            </p:cNvSpPr>
            <p:nvPr/>
          </p:nvSpPr>
          <p:spPr bwMode="auto">
            <a:xfrm>
              <a:off x="2269943" y="3130076"/>
              <a:ext cx="115372" cy="115448"/>
            </a:xfrm>
            <a:custGeom>
              <a:avLst/>
              <a:gdLst>
                <a:gd name="T0" fmla="*/ 0 w 636"/>
                <a:gd name="T1" fmla="*/ 318 h 636"/>
                <a:gd name="T2" fmla="*/ 636 w 636"/>
                <a:gd name="T3" fmla="*/ 318 h 636"/>
                <a:gd name="T4" fmla="*/ 594 w 636"/>
                <a:gd name="T5" fmla="*/ 308 h 636"/>
                <a:gd name="T6" fmla="*/ 448 w 636"/>
                <a:gd name="T7" fmla="*/ 179 h 636"/>
                <a:gd name="T8" fmla="*/ 594 w 636"/>
                <a:gd name="T9" fmla="*/ 308 h 636"/>
                <a:gd name="T10" fmla="*/ 223 w 636"/>
                <a:gd name="T11" fmla="*/ 486 h 636"/>
                <a:gd name="T12" fmla="*/ 308 w 636"/>
                <a:gd name="T13" fmla="*/ 594 h 636"/>
                <a:gd name="T14" fmla="*/ 329 w 636"/>
                <a:gd name="T15" fmla="*/ 42 h 636"/>
                <a:gd name="T16" fmla="*/ 328 w 636"/>
                <a:gd name="T17" fmla="*/ 184 h 636"/>
                <a:gd name="T18" fmla="*/ 329 w 636"/>
                <a:gd name="T19" fmla="*/ 42 h 636"/>
                <a:gd name="T20" fmla="*/ 510 w 636"/>
                <a:gd name="T21" fmla="*/ 119 h 636"/>
                <a:gd name="T22" fmla="*/ 363 w 636"/>
                <a:gd name="T23" fmla="*/ 45 h 636"/>
                <a:gd name="T24" fmla="*/ 308 w 636"/>
                <a:gd name="T25" fmla="*/ 184 h 636"/>
                <a:gd name="T26" fmla="*/ 307 w 636"/>
                <a:gd name="T27" fmla="*/ 42 h 636"/>
                <a:gd name="T28" fmla="*/ 196 w 636"/>
                <a:gd name="T29" fmla="*/ 160 h 636"/>
                <a:gd name="T30" fmla="*/ 273 w 636"/>
                <a:gd name="T31" fmla="*/ 45 h 636"/>
                <a:gd name="T32" fmla="*/ 207 w 636"/>
                <a:gd name="T33" fmla="*/ 186 h 636"/>
                <a:gd name="T34" fmla="*/ 308 w 636"/>
                <a:gd name="T35" fmla="*/ 308 h 636"/>
                <a:gd name="T36" fmla="*/ 207 w 636"/>
                <a:gd name="T37" fmla="*/ 186 h 636"/>
                <a:gd name="T38" fmla="*/ 308 w 636"/>
                <a:gd name="T39" fmla="*/ 452 h 636"/>
                <a:gd name="T40" fmla="*/ 185 w 636"/>
                <a:gd name="T41" fmla="*/ 328 h 636"/>
                <a:gd name="T42" fmla="*/ 273 w 636"/>
                <a:gd name="T43" fmla="*/ 591 h 636"/>
                <a:gd name="T44" fmla="*/ 204 w 636"/>
                <a:gd name="T45" fmla="*/ 493 h 636"/>
                <a:gd name="T46" fmla="*/ 328 w 636"/>
                <a:gd name="T47" fmla="*/ 594 h 636"/>
                <a:gd name="T48" fmla="*/ 413 w 636"/>
                <a:gd name="T49" fmla="*/ 486 h 636"/>
                <a:gd name="T50" fmla="*/ 328 w 636"/>
                <a:gd name="T51" fmla="*/ 594 h 636"/>
                <a:gd name="T52" fmla="*/ 498 w 636"/>
                <a:gd name="T53" fmla="*/ 528 h 636"/>
                <a:gd name="T54" fmla="*/ 432 w 636"/>
                <a:gd name="T55" fmla="*/ 493 h 636"/>
                <a:gd name="T56" fmla="*/ 328 w 636"/>
                <a:gd name="T57" fmla="*/ 452 h 636"/>
                <a:gd name="T58" fmla="*/ 451 w 636"/>
                <a:gd name="T59" fmla="*/ 328 h 636"/>
                <a:gd name="T60" fmla="*/ 328 w 636"/>
                <a:gd name="T61" fmla="*/ 308 h 636"/>
                <a:gd name="T62" fmla="*/ 429 w 636"/>
                <a:gd name="T63" fmla="*/ 186 h 636"/>
                <a:gd name="T64" fmla="*/ 328 w 636"/>
                <a:gd name="T65" fmla="*/ 308 h 636"/>
                <a:gd name="T66" fmla="*/ 188 w 636"/>
                <a:gd name="T67" fmla="*/ 179 h 636"/>
                <a:gd name="T68" fmla="*/ 42 w 636"/>
                <a:gd name="T69" fmla="*/ 308 h 636"/>
                <a:gd name="T70" fmla="*/ 42 w 636"/>
                <a:gd name="T71" fmla="*/ 328 h 636"/>
                <a:gd name="T72" fmla="*/ 195 w 636"/>
                <a:gd name="T73" fmla="*/ 475 h 636"/>
                <a:gd name="T74" fmla="*/ 42 w 636"/>
                <a:gd name="T75" fmla="*/ 328 h 636"/>
                <a:gd name="T76" fmla="*/ 441 w 636"/>
                <a:gd name="T77" fmla="*/ 475 h 636"/>
                <a:gd name="T78" fmla="*/ 594 w 636"/>
                <a:gd name="T79" fmla="*/ 328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36" h="636">
                  <a:moveTo>
                    <a:pt x="318" y="0"/>
                  </a:moveTo>
                  <a:cubicBezTo>
                    <a:pt x="142" y="0"/>
                    <a:pt x="0" y="142"/>
                    <a:pt x="0" y="318"/>
                  </a:cubicBezTo>
                  <a:cubicBezTo>
                    <a:pt x="0" y="494"/>
                    <a:pt x="142" y="636"/>
                    <a:pt x="318" y="636"/>
                  </a:cubicBezTo>
                  <a:cubicBezTo>
                    <a:pt x="494" y="636"/>
                    <a:pt x="636" y="494"/>
                    <a:pt x="636" y="318"/>
                  </a:cubicBezTo>
                  <a:cubicBezTo>
                    <a:pt x="636" y="142"/>
                    <a:pt x="494" y="0"/>
                    <a:pt x="318" y="0"/>
                  </a:cubicBezTo>
                  <a:close/>
                  <a:moveTo>
                    <a:pt x="594" y="308"/>
                  </a:moveTo>
                  <a:cubicBezTo>
                    <a:pt x="471" y="308"/>
                    <a:pt x="471" y="308"/>
                    <a:pt x="471" y="308"/>
                  </a:cubicBezTo>
                  <a:cubicBezTo>
                    <a:pt x="470" y="262"/>
                    <a:pt x="462" y="219"/>
                    <a:pt x="448" y="179"/>
                  </a:cubicBezTo>
                  <a:cubicBezTo>
                    <a:pt x="476" y="168"/>
                    <a:pt x="501" y="152"/>
                    <a:pt x="525" y="134"/>
                  </a:cubicBezTo>
                  <a:cubicBezTo>
                    <a:pt x="566" y="181"/>
                    <a:pt x="592" y="241"/>
                    <a:pt x="594" y="308"/>
                  </a:cubicBezTo>
                  <a:close/>
                  <a:moveTo>
                    <a:pt x="307" y="594"/>
                  </a:moveTo>
                  <a:cubicBezTo>
                    <a:pt x="273" y="566"/>
                    <a:pt x="244" y="529"/>
                    <a:pt x="223" y="486"/>
                  </a:cubicBezTo>
                  <a:cubicBezTo>
                    <a:pt x="250" y="478"/>
                    <a:pt x="278" y="473"/>
                    <a:pt x="308" y="472"/>
                  </a:cubicBezTo>
                  <a:cubicBezTo>
                    <a:pt x="308" y="594"/>
                    <a:pt x="308" y="594"/>
                    <a:pt x="308" y="594"/>
                  </a:cubicBezTo>
                  <a:cubicBezTo>
                    <a:pt x="307" y="594"/>
                    <a:pt x="307" y="594"/>
                    <a:pt x="307" y="594"/>
                  </a:cubicBezTo>
                  <a:close/>
                  <a:moveTo>
                    <a:pt x="329" y="42"/>
                  </a:moveTo>
                  <a:cubicBezTo>
                    <a:pt x="368" y="74"/>
                    <a:pt x="400" y="117"/>
                    <a:pt x="421" y="167"/>
                  </a:cubicBezTo>
                  <a:cubicBezTo>
                    <a:pt x="392" y="177"/>
                    <a:pt x="361" y="183"/>
                    <a:pt x="328" y="184"/>
                  </a:cubicBezTo>
                  <a:cubicBezTo>
                    <a:pt x="328" y="42"/>
                    <a:pt x="328" y="42"/>
                    <a:pt x="328" y="42"/>
                  </a:cubicBezTo>
                  <a:cubicBezTo>
                    <a:pt x="329" y="42"/>
                    <a:pt x="329" y="42"/>
                    <a:pt x="329" y="42"/>
                  </a:cubicBezTo>
                  <a:close/>
                  <a:moveTo>
                    <a:pt x="363" y="45"/>
                  </a:moveTo>
                  <a:cubicBezTo>
                    <a:pt x="420" y="55"/>
                    <a:pt x="471" y="81"/>
                    <a:pt x="510" y="119"/>
                  </a:cubicBezTo>
                  <a:cubicBezTo>
                    <a:pt x="489" y="136"/>
                    <a:pt x="466" y="150"/>
                    <a:pt x="440" y="160"/>
                  </a:cubicBezTo>
                  <a:cubicBezTo>
                    <a:pt x="421" y="116"/>
                    <a:pt x="395" y="77"/>
                    <a:pt x="363" y="45"/>
                  </a:cubicBezTo>
                  <a:close/>
                  <a:moveTo>
                    <a:pt x="308" y="42"/>
                  </a:moveTo>
                  <a:cubicBezTo>
                    <a:pt x="308" y="184"/>
                    <a:pt x="308" y="184"/>
                    <a:pt x="308" y="184"/>
                  </a:cubicBezTo>
                  <a:cubicBezTo>
                    <a:pt x="275" y="183"/>
                    <a:pt x="244" y="177"/>
                    <a:pt x="215" y="167"/>
                  </a:cubicBezTo>
                  <a:cubicBezTo>
                    <a:pt x="236" y="117"/>
                    <a:pt x="268" y="74"/>
                    <a:pt x="307" y="42"/>
                  </a:cubicBezTo>
                  <a:cubicBezTo>
                    <a:pt x="307" y="42"/>
                    <a:pt x="307" y="42"/>
                    <a:pt x="308" y="42"/>
                  </a:cubicBezTo>
                  <a:close/>
                  <a:moveTo>
                    <a:pt x="196" y="160"/>
                  </a:moveTo>
                  <a:cubicBezTo>
                    <a:pt x="171" y="150"/>
                    <a:pt x="147" y="136"/>
                    <a:pt x="126" y="119"/>
                  </a:cubicBezTo>
                  <a:cubicBezTo>
                    <a:pt x="165" y="81"/>
                    <a:pt x="216" y="55"/>
                    <a:pt x="273" y="45"/>
                  </a:cubicBezTo>
                  <a:cubicBezTo>
                    <a:pt x="241" y="77"/>
                    <a:pt x="215" y="116"/>
                    <a:pt x="196" y="160"/>
                  </a:cubicBezTo>
                  <a:close/>
                  <a:moveTo>
                    <a:pt x="207" y="186"/>
                  </a:moveTo>
                  <a:cubicBezTo>
                    <a:pt x="239" y="197"/>
                    <a:pt x="273" y="204"/>
                    <a:pt x="308" y="205"/>
                  </a:cubicBezTo>
                  <a:cubicBezTo>
                    <a:pt x="308" y="308"/>
                    <a:pt x="308" y="308"/>
                    <a:pt x="308" y="308"/>
                  </a:cubicBezTo>
                  <a:cubicBezTo>
                    <a:pt x="185" y="308"/>
                    <a:pt x="185" y="308"/>
                    <a:pt x="185" y="308"/>
                  </a:cubicBezTo>
                  <a:cubicBezTo>
                    <a:pt x="186" y="265"/>
                    <a:pt x="194" y="224"/>
                    <a:pt x="207" y="186"/>
                  </a:cubicBezTo>
                  <a:close/>
                  <a:moveTo>
                    <a:pt x="308" y="328"/>
                  </a:moveTo>
                  <a:cubicBezTo>
                    <a:pt x="308" y="452"/>
                    <a:pt x="308" y="452"/>
                    <a:pt x="308" y="452"/>
                  </a:cubicBezTo>
                  <a:cubicBezTo>
                    <a:pt x="275" y="453"/>
                    <a:pt x="244" y="458"/>
                    <a:pt x="215" y="468"/>
                  </a:cubicBezTo>
                  <a:cubicBezTo>
                    <a:pt x="197" y="425"/>
                    <a:pt x="186" y="378"/>
                    <a:pt x="185" y="328"/>
                  </a:cubicBezTo>
                  <a:lnTo>
                    <a:pt x="308" y="328"/>
                  </a:lnTo>
                  <a:close/>
                  <a:moveTo>
                    <a:pt x="273" y="591"/>
                  </a:moveTo>
                  <a:cubicBezTo>
                    <a:pt x="222" y="582"/>
                    <a:pt x="176" y="560"/>
                    <a:pt x="138" y="528"/>
                  </a:cubicBezTo>
                  <a:cubicBezTo>
                    <a:pt x="158" y="514"/>
                    <a:pt x="180" y="502"/>
                    <a:pt x="204" y="493"/>
                  </a:cubicBezTo>
                  <a:cubicBezTo>
                    <a:pt x="222" y="531"/>
                    <a:pt x="245" y="563"/>
                    <a:pt x="273" y="591"/>
                  </a:cubicBezTo>
                  <a:close/>
                  <a:moveTo>
                    <a:pt x="328" y="594"/>
                  </a:moveTo>
                  <a:cubicBezTo>
                    <a:pt x="328" y="472"/>
                    <a:pt x="328" y="472"/>
                    <a:pt x="328" y="472"/>
                  </a:cubicBezTo>
                  <a:cubicBezTo>
                    <a:pt x="358" y="473"/>
                    <a:pt x="386" y="478"/>
                    <a:pt x="413" y="486"/>
                  </a:cubicBezTo>
                  <a:cubicBezTo>
                    <a:pt x="392" y="529"/>
                    <a:pt x="363" y="566"/>
                    <a:pt x="329" y="594"/>
                  </a:cubicBezTo>
                  <a:cubicBezTo>
                    <a:pt x="329" y="594"/>
                    <a:pt x="329" y="594"/>
                    <a:pt x="328" y="594"/>
                  </a:cubicBezTo>
                  <a:close/>
                  <a:moveTo>
                    <a:pt x="432" y="493"/>
                  </a:moveTo>
                  <a:cubicBezTo>
                    <a:pt x="456" y="502"/>
                    <a:pt x="478" y="514"/>
                    <a:pt x="498" y="528"/>
                  </a:cubicBezTo>
                  <a:cubicBezTo>
                    <a:pt x="460" y="560"/>
                    <a:pt x="414" y="582"/>
                    <a:pt x="363" y="591"/>
                  </a:cubicBezTo>
                  <a:cubicBezTo>
                    <a:pt x="391" y="563"/>
                    <a:pt x="414" y="531"/>
                    <a:pt x="432" y="493"/>
                  </a:cubicBezTo>
                  <a:close/>
                  <a:moveTo>
                    <a:pt x="421" y="468"/>
                  </a:moveTo>
                  <a:cubicBezTo>
                    <a:pt x="392" y="458"/>
                    <a:pt x="361" y="453"/>
                    <a:pt x="328" y="452"/>
                  </a:cubicBezTo>
                  <a:cubicBezTo>
                    <a:pt x="328" y="328"/>
                    <a:pt x="328" y="328"/>
                    <a:pt x="328" y="328"/>
                  </a:cubicBezTo>
                  <a:cubicBezTo>
                    <a:pt x="451" y="328"/>
                    <a:pt x="451" y="328"/>
                    <a:pt x="451" y="328"/>
                  </a:cubicBezTo>
                  <a:cubicBezTo>
                    <a:pt x="450" y="378"/>
                    <a:pt x="439" y="425"/>
                    <a:pt x="421" y="468"/>
                  </a:cubicBezTo>
                  <a:close/>
                  <a:moveTo>
                    <a:pt x="328" y="308"/>
                  </a:moveTo>
                  <a:cubicBezTo>
                    <a:pt x="328" y="205"/>
                    <a:pt x="328" y="205"/>
                    <a:pt x="328" y="205"/>
                  </a:cubicBezTo>
                  <a:cubicBezTo>
                    <a:pt x="363" y="204"/>
                    <a:pt x="397" y="197"/>
                    <a:pt x="429" y="186"/>
                  </a:cubicBezTo>
                  <a:cubicBezTo>
                    <a:pt x="442" y="224"/>
                    <a:pt x="450" y="265"/>
                    <a:pt x="451" y="308"/>
                  </a:cubicBezTo>
                  <a:lnTo>
                    <a:pt x="328" y="308"/>
                  </a:lnTo>
                  <a:close/>
                  <a:moveTo>
                    <a:pt x="111" y="134"/>
                  </a:moveTo>
                  <a:cubicBezTo>
                    <a:pt x="135" y="152"/>
                    <a:pt x="160" y="168"/>
                    <a:pt x="188" y="179"/>
                  </a:cubicBezTo>
                  <a:cubicBezTo>
                    <a:pt x="174" y="219"/>
                    <a:pt x="166" y="262"/>
                    <a:pt x="165" y="308"/>
                  </a:cubicBezTo>
                  <a:cubicBezTo>
                    <a:pt x="42" y="308"/>
                    <a:pt x="42" y="308"/>
                    <a:pt x="42" y="308"/>
                  </a:cubicBezTo>
                  <a:cubicBezTo>
                    <a:pt x="44" y="241"/>
                    <a:pt x="70" y="181"/>
                    <a:pt x="111" y="134"/>
                  </a:cubicBezTo>
                  <a:close/>
                  <a:moveTo>
                    <a:pt x="42" y="328"/>
                  </a:moveTo>
                  <a:cubicBezTo>
                    <a:pt x="165" y="328"/>
                    <a:pt x="165" y="328"/>
                    <a:pt x="165" y="328"/>
                  </a:cubicBezTo>
                  <a:cubicBezTo>
                    <a:pt x="166" y="381"/>
                    <a:pt x="177" y="430"/>
                    <a:pt x="195" y="475"/>
                  </a:cubicBezTo>
                  <a:cubicBezTo>
                    <a:pt x="169" y="485"/>
                    <a:pt x="145" y="498"/>
                    <a:pt x="123" y="514"/>
                  </a:cubicBezTo>
                  <a:cubicBezTo>
                    <a:pt x="75" y="466"/>
                    <a:pt x="44" y="401"/>
                    <a:pt x="42" y="328"/>
                  </a:cubicBezTo>
                  <a:close/>
                  <a:moveTo>
                    <a:pt x="513" y="514"/>
                  </a:moveTo>
                  <a:cubicBezTo>
                    <a:pt x="491" y="498"/>
                    <a:pt x="467" y="485"/>
                    <a:pt x="441" y="475"/>
                  </a:cubicBezTo>
                  <a:cubicBezTo>
                    <a:pt x="459" y="430"/>
                    <a:pt x="470" y="381"/>
                    <a:pt x="471" y="328"/>
                  </a:cubicBezTo>
                  <a:cubicBezTo>
                    <a:pt x="594" y="328"/>
                    <a:pt x="594" y="328"/>
                    <a:pt x="594" y="328"/>
                  </a:cubicBezTo>
                  <a:cubicBezTo>
                    <a:pt x="592" y="401"/>
                    <a:pt x="561" y="466"/>
                    <a:pt x="513" y="514"/>
                  </a:cubicBezTo>
                  <a:close/>
                </a:path>
              </a:pathLst>
            </a:custGeom>
            <a:solidFill>
              <a:schemeClr val="bg1">
                <a:lumMod val="50000"/>
              </a:schemeClr>
            </a:solidFill>
            <a:ln>
              <a:noFill/>
            </a:ln>
          </p:spPr>
          <p:txBody>
            <a:bodyPr vert="horz" wrap="square" lIns="91440" tIns="45720" rIns="91440" bIns="45720" numCol="1" anchor="t" anchorCtr="0" compatLnSpc="1">
              <a:prstTxWarp prst="textNoShape">
                <a:avLst/>
              </a:prstTxWarp>
            </a:bodyPr>
            <a:lstStyle/>
            <a:p>
              <a:endParaRPr lang="id-ID" dirty="0">
                <a:latin typeface="Lato Light"/>
              </a:endParaRPr>
            </a:p>
          </p:txBody>
        </p:sp>
      </p:grpSp>
      <p:grpSp>
        <p:nvGrpSpPr>
          <p:cNvPr id="31" name="Group 82">
            <a:extLst>
              <a:ext uri="{FF2B5EF4-FFF2-40B4-BE49-F238E27FC236}">
                <a16:creationId xmlns:a16="http://schemas.microsoft.com/office/drawing/2014/main" id="{476BE634-6695-4A59-B9FD-6815B89BADCA}"/>
              </a:ext>
            </a:extLst>
          </p:cNvPr>
          <p:cNvGrpSpPr>
            <a:grpSpLocks noChangeAspect="1"/>
          </p:cNvGrpSpPr>
          <p:nvPr/>
        </p:nvGrpSpPr>
        <p:grpSpPr>
          <a:xfrm>
            <a:off x="6794022" y="1149443"/>
            <a:ext cx="4267960" cy="2822929"/>
            <a:chOff x="1027152" y="2693983"/>
            <a:chExt cx="6796849" cy="4462905"/>
          </a:xfrm>
        </p:grpSpPr>
        <p:grpSp>
          <p:nvGrpSpPr>
            <p:cNvPr id="32" name="Group 83">
              <a:extLst>
                <a:ext uri="{FF2B5EF4-FFF2-40B4-BE49-F238E27FC236}">
                  <a16:creationId xmlns:a16="http://schemas.microsoft.com/office/drawing/2014/main" id="{F753F412-8864-4B46-BFBD-0C8E827679D2}"/>
                </a:ext>
              </a:extLst>
            </p:cNvPr>
            <p:cNvGrpSpPr/>
            <p:nvPr/>
          </p:nvGrpSpPr>
          <p:grpSpPr>
            <a:xfrm>
              <a:off x="1027152" y="2693983"/>
              <a:ext cx="6796849" cy="4462905"/>
              <a:chOff x="1027152" y="2693983"/>
              <a:chExt cx="6796849" cy="4462905"/>
            </a:xfrm>
          </p:grpSpPr>
          <p:sp>
            <p:nvSpPr>
              <p:cNvPr id="35" name="AutoShape 1">
                <a:extLst>
                  <a:ext uri="{FF2B5EF4-FFF2-40B4-BE49-F238E27FC236}">
                    <a16:creationId xmlns:a16="http://schemas.microsoft.com/office/drawing/2014/main" id="{48F16F12-B004-4ABE-AAA8-42D597EFDA9A}"/>
                  </a:ext>
                </a:extLst>
              </p:cNvPr>
              <p:cNvSpPr>
                <a:spLocks noChangeAspect="1"/>
              </p:cNvSpPr>
              <p:nvPr/>
            </p:nvSpPr>
            <p:spPr bwMode="auto">
              <a:xfrm>
                <a:off x="1029339" y="2693983"/>
                <a:ext cx="6794662" cy="4462905"/>
              </a:xfrm>
              <a:prstGeom prst="roundRect">
                <a:avLst>
                  <a:gd name="adj" fmla="val 1292"/>
                </a:avLst>
              </a:prstGeom>
              <a:solidFill>
                <a:schemeClr val="accent5"/>
              </a:solidFill>
              <a:ln w="25400" cap="flat">
                <a:noFill/>
                <a:prstDash val="solid"/>
                <a:miter lim="800000"/>
                <a:headEnd type="none" w="med" len="med"/>
                <a:tailEnd type="none" w="med" len="med"/>
              </a:ln>
              <a:effectLst>
                <a:outerShdw blurRad="50800" dist="38100" dir="5400000" algn="t" rotWithShape="0">
                  <a:prstClr val="black">
                    <a:alpha val="40000"/>
                  </a:prstClr>
                </a:outerShdw>
              </a:effectLst>
            </p:spPr>
            <p:txBody>
              <a:bodyPr lIns="0" tIns="0" rIns="0" bIns="0"/>
              <a:lstStyle/>
              <a:p>
                <a:endParaRPr lang="id-ID" dirty="0">
                  <a:latin typeface="Lato Light"/>
                </a:endParaRPr>
              </a:p>
            </p:txBody>
          </p:sp>
          <p:sp>
            <p:nvSpPr>
              <p:cNvPr id="36" name="Rectangle 2">
                <a:extLst>
                  <a:ext uri="{FF2B5EF4-FFF2-40B4-BE49-F238E27FC236}">
                    <a16:creationId xmlns:a16="http://schemas.microsoft.com/office/drawing/2014/main" id="{92CE4B65-6103-4C38-92A7-2A427C04B8BE}"/>
                  </a:ext>
                </a:extLst>
              </p:cNvPr>
              <p:cNvSpPr>
                <a:spLocks/>
              </p:cNvSpPr>
              <p:nvPr/>
            </p:nvSpPr>
            <p:spPr bwMode="auto">
              <a:xfrm>
                <a:off x="1027152" y="3024940"/>
                <a:ext cx="6794663" cy="315914"/>
              </a:xfrm>
              <a:prstGeom prst="rect">
                <a:avLst/>
              </a:prstGeom>
              <a:solidFill>
                <a:schemeClr val="accent6">
                  <a:lumMod val="50000"/>
                </a:schemeClr>
              </a:solidFill>
              <a:ln w="25400" cap="flat">
                <a:noFill/>
                <a:prstDash val="solid"/>
                <a:miter lim="800000"/>
                <a:headEnd type="none" w="med" len="med"/>
                <a:tailEnd type="none" w="med" len="med"/>
              </a:ln>
            </p:spPr>
            <p:txBody>
              <a:bodyPr lIns="0" tIns="0" rIns="0" bIns="0"/>
              <a:lstStyle/>
              <a:p>
                <a:endParaRPr lang="id-ID" dirty="0">
                  <a:latin typeface="Lato Light"/>
                </a:endParaRPr>
              </a:p>
            </p:txBody>
          </p:sp>
          <p:sp>
            <p:nvSpPr>
              <p:cNvPr id="37" name="AutoShape 3">
                <a:extLst>
                  <a:ext uri="{FF2B5EF4-FFF2-40B4-BE49-F238E27FC236}">
                    <a16:creationId xmlns:a16="http://schemas.microsoft.com/office/drawing/2014/main" id="{297699FF-7AA4-40F4-81BC-DF7B89B3F7DF}"/>
                  </a:ext>
                </a:extLst>
              </p:cNvPr>
              <p:cNvSpPr>
                <a:spLocks/>
              </p:cNvSpPr>
              <p:nvPr/>
            </p:nvSpPr>
            <p:spPr bwMode="auto">
              <a:xfrm>
                <a:off x="2035351" y="2779230"/>
                <a:ext cx="2717865" cy="561624"/>
              </a:xfrm>
              <a:prstGeom prst="roundRect">
                <a:avLst>
                  <a:gd name="adj" fmla="val 11986"/>
                </a:avLst>
              </a:prstGeom>
              <a:solidFill>
                <a:schemeClr val="accent6">
                  <a:lumMod val="50000"/>
                </a:schemeClr>
              </a:solidFill>
              <a:ln w="25400" cap="flat">
                <a:noFill/>
                <a:prstDash val="solid"/>
                <a:miter lim="800000"/>
                <a:headEnd type="none" w="med" len="med"/>
                <a:tailEnd type="none" w="med" len="med"/>
              </a:ln>
            </p:spPr>
            <p:txBody>
              <a:bodyPr lIns="0" tIns="0" rIns="0" bIns="0"/>
              <a:lstStyle/>
              <a:p>
                <a:endParaRPr lang="id-ID" dirty="0">
                  <a:latin typeface="Lato Light"/>
                </a:endParaRPr>
              </a:p>
            </p:txBody>
          </p:sp>
          <p:sp>
            <p:nvSpPr>
              <p:cNvPr id="38" name="Oval 4">
                <a:extLst>
                  <a:ext uri="{FF2B5EF4-FFF2-40B4-BE49-F238E27FC236}">
                    <a16:creationId xmlns:a16="http://schemas.microsoft.com/office/drawing/2014/main" id="{D68B6E0E-D3C7-4493-A31B-8207DAE9C22D}"/>
                  </a:ext>
                </a:extLst>
              </p:cNvPr>
              <p:cNvSpPr>
                <a:spLocks/>
              </p:cNvSpPr>
              <p:nvPr/>
            </p:nvSpPr>
            <p:spPr bwMode="auto">
              <a:xfrm>
                <a:off x="1137753" y="2814331"/>
                <a:ext cx="95903" cy="95276"/>
              </a:xfrm>
              <a:prstGeom prst="ellipse">
                <a:avLst/>
              </a:prstGeom>
              <a:solidFill>
                <a:schemeClr val="accent2"/>
              </a:solidFill>
              <a:ln w="25400" cap="flat">
                <a:noFill/>
                <a:prstDash val="solid"/>
                <a:miter lim="800000"/>
                <a:headEnd type="none" w="med" len="med"/>
                <a:tailEnd type="none" w="med" len="med"/>
              </a:ln>
            </p:spPr>
            <p:txBody>
              <a:bodyPr lIns="0" tIns="0" rIns="0" bIns="0"/>
              <a:lstStyle/>
              <a:p>
                <a:endParaRPr lang="id-ID" dirty="0">
                  <a:latin typeface="Lato Light"/>
                </a:endParaRPr>
              </a:p>
            </p:txBody>
          </p:sp>
          <p:sp>
            <p:nvSpPr>
              <p:cNvPr id="39" name="Oval 5">
                <a:extLst>
                  <a:ext uri="{FF2B5EF4-FFF2-40B4-BE49-F238E27FC236}">
                    <a16:creationId xmlns:a16="http://schemas.microsoft.com/office/drawing/2014/main" id="{AA3A8A3A-E81C-4F16-9EA2-9F11A9775EE0}"/>
                  </a:ext>
                </a:extLst>
              </p:cNvPr>
              <p:cNvSpPr>
                <a:spLocks/>
              </p:cNvSpPr>
              <p:nvPr/>
            </p:nvSpPr>
            <p:spPr bwMode="auto">
              <a:xfrm>
                <a:off x="1307620" y="2814331"/>
                <a:ext cx="95903" cy="95276"/>
              </a:xfrm>
              <a:prstGeom prst="ellipse">
                <a:avLst/>
              </a:prstGeom>
              <a:solidFill>
                <a:schemeClr val="accent3"/>
              </a:solidFill>
              <a:ln w="25400" cap="flat">
                <a:noFill/>
                <a:prstDash val="solid"/>
                <a:miter lim="800000"/>
                <a:headEnd type="none" w="med" len="med"/>
                <a:tailEnd type="none" w="med" len="med"/>
              </a:ln>
            </p:spPr>
            <p:txBody>
              <a:bodyPr lIns="0" tIns="0" rIns="0" bIns="0"/>
              <a:lstStyle/>
              <a:p>
                <a:endParaRPr lang="id-ID" dirty="0">
                  <a:latin typeface="Lato Light"/>
                </a:endParaRPr>
              </a:p>
            </p:txBody>
          </p:sp>
          <p:sp>
            <p:nvSpPr>
              <p:cNvPr id="40" name="Oval 6">
                <a:extLst>
                  <a:ext uri="{FF2B5EF4-FFF2-40B4-BE49-F238E27FC236}">
                    <a16:creationId xmlns:a16="http://schemas.microsoft.com/office/drawing/2014/main" id="{539165D2-E0B0-4B91-BDF2-5FF535A7206B}"/>
                  </a:ext>
                </a:extLst>
              </p:cNvPr>
              <p:cNvSpPr>
                <a:spLocks/>
              </p:cNvSpPr>
              <p:nvPr/>
            </p:nvSpPr>
            <p:spPr bwMode="auto">
              <a:xfrm>
                <a:off x="1477486" y="2814331"/>
                <a:ext cx="95903" cy="95276"/>
              </a:xfrm>
              <a:prstGeom prst="ellipse">
                <a:avLst/>
              </a:prstGeom>
              <a:solidFill>
                <a:schemeClr val="accent4"/>
              </a:solidFill>
              <a:ln w="25400" cap="flat">
                <a:noFill/>
                <a:prstDash val="solid"/>
                <a:miter lim="800000"/>
                <a:headEnd type="none" w="med" len="med"/>
                <a:tailEnd type="none" w="med" len="med"/>
              </a:ln>
            </p:spPr>
            <p:txBody>
              <a:bodyPr lIns="0" tIns="0" rIns="0" bIns="0"/>
              <a:lstStyle/>
              <a:p>
                <a:endParaRPr lang="id-ID" dirty="0">
                  <a:latin typeface="Lato Light"/>
                </a:endParaRPr>
              </a:p>
            </p:txBody>
          </p:sp>
          <p:sp>
            <p:nvSpPr>
              <p:cNvPr id="41" name="Rectangle 92">
                <a:extLst>
                  <a:ext uri="{FF2B5EF4-FFF2-40B4-BE49-F238E27FC236}">
                    <a16:creationId xmlns:a16="http://schemas.microsoft.com/office/drawing/2014/main" id="{B58995FD-774E-443F-8F74-D69C353CA9C0}"/>
                  </a:ext>
                </a:extLst>
              </p:cNvPr>
              <p:cNvSpPr>
                <a:spLocks/>
              </p:cNvSpPr>
              <p:nvPr/>
            </p:nvSpPr>
            <p:spPr bwMode="auto">
              <a:xfrm>
                <a:off x="2205844" y="3085114"/>
                <a:ext cx="5104773" cy="200580"/>
              </a:xfrm>
              <a:prstGeom prst="rect">
                <a:avLst/>
              </a:prstGeom>
              <a:solidFill>
                <a:srgbClr val="FFFFFF"/>
              </a:solidFill>
              <a:ln w="25400" cap="flat">
                <a:solidFill>
                  <a:srgbClr val="B3B3B3"/>
                </a:solidFill>
                <a:prstDash val="solid"/>
                <a:miter lim="800000"/>
                <a:headEnd type="none" w="med" len="med"/>
                <a:tailEnd type="none" w="med" len="med"/>
              </a:ln>
            </p:spPr>
            <p:txBody>
              <a:bodyPr lIns="0" tIns="0" rIns="0" bIns="0"/>
              <a:lstStyle/>
              <a:p>
                <a:endParaRPr lang="id-ID" dirty="0">
                  <a:latin typeface="Lato Light"/>
                </a:endParaRPr>
              </a:p>
            </p:txBody>
          </p:sp>
          <p:grpSp>
            <p:nvGrpSpPr>
              <p:cNvPr id="42" name="Group 93">
                <a:extLst>
                  <a:ext uri="{FF2B5EF4-FFF2-40B4-BE49-F238E27FC236}">
                    <a16:creationId xmlns:a16="http://schemas.microsoft.com/office/drawing/2014/main" id="{022AA45E-1A3D-4A3B-B08F-4D64E6102BF2}"/>
                  </a:ext>
                </a:extLst>
              </p:cNvPr>
              <p:cNvGrpSpPr/>
              <p:nvPr/>
            </p:nvGrpSpPr>
            <p:grpSpPr>
              <a:xfrm>
                <a:off x="7494380" y="2779230"/>
                <a:ext cx="155357" cy="155272"/>
                <a:chOff x="4763" y="0"/>
                <a:chExt cx="2900362" cy="2898775"/>
              </a:xfrm>
              <a:solidFill>
                <a:schemeClr val="bg1">
                  <a:lumMod val="50000"/>
                </a:schemeClr>
              </a:solidFill>
            </p:grpSpPr>
            <p:sp>
              <p:nvSpPr>
                <p:cNvPr id="45" name="Freeform 13">
                  <a:extLst>
                    <a:ext uri="{FF2B5EF4-FFF2-40B4-BE49-F238E27FC236}">
                      <a16:creationId xmlns:a16="http://schemas.microsoft.com/office/drawing/2014/main" id="{2EE8F120-DDD5-495E-8097-10825D0A1E6D}"/>
                    </a:ext>
                  </a:extLst>
                </p:cNvPr>
                <p:cNvSpPr>
                  <a:spLocks/>
                </p:cNvSpPr>
                <p:nvPr/>
              </p:nvSpPr>
              <p:spPr bwMode="auto">
                <a:xfrm>
                  <a:off x="4763" y="0"/>
                  <a:ext cx="727075" cy="722313"/>
                </a:xfrm>
                <a:custGeom>
                  <a:avLst/>
                  <a:gdLst>
                    <a:gd name="T0" fmla="*/ 168 w 193"/>
                    <a:gd name="T1" fmla="*/ 0 h 192"/>
                    <a:gd name="T2" fmla="*/ 24 w 193"/>
                    <a:gd name="T3" fmla="*/ 0 h 192"/>
                    <a:gd name="T4" fmla="*/ 0 w 193"/>
                    <a:gd name="T5" fmla="*/ 24 h 192"/>
                    <a:gd name="T6" fmla="*/ 0 w 193"/>
                    <a:gd name="T7" fmla="*/ 168 h 192"/>
                    <a:gd name="T8" fmla="*/ 24 w 193"/>
                    <a:gd name="T9" fmla="*/ 192 h 192"/>
                    <a:gd name="T10" fmla="*/ 168 w 193"/>
                    <a:gd name="T11" fmla="*/ 192 h 192"/>
                    <a:gd name="T12" fmla="*/ 193 w 193"/>
                    <a:gd name="T13" fmla="*/ 168 h 192"/>
                    <a:gd name="T14" fmla="*/ 193 w 193"/>
                    <a:gd name="T15" fmla="*/ 24 h 192"/>
                    <a:gd name="T16" fmla="*/ 168 w 193"/>
                    <a:gd name="T17" fmla="*/ 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3" h="192">
                      <a:moveTo>
                        <a:pt x="168" y="0"/>
                      </a:moveTo>
                      <a:cubicBezTo>
                        <a:pt x="24" y="0"/>
                        <a:pt x="24" y="0"/>
                        <a:pt x="24" y="0"/>
                      </a:cubicBezTo>
                      <a:cubicBezTo>
                        <a:pt x="11" y="0"/>
                        <a:pt x="0" y="11"/>
                        <a:pt x="0" y="24"/>
                      </a:cubicBezTo>
                      <a:cubicBezTo>
                        <a:pt x="0" y="168"/>
                        <a:pt x="0" y="168"/>
                        <a:pt x="0" y="168"/>
                      </a:cubicBezTo>
                      <a:cubicBezTo>
                        <a:pt x="0" y="182"/>
                        <a:pt x="11" y="192"/>
                        <a:pt x="24" y="192"/>
                      </a:cubicBezTo>
                      <a:cubicBezTo>
                        <a:pt x="168" y="192"/>
                        <a:pt x="168" y="192"/>
                        <a:pt x="168" y="192"/>
                      </a:cubicBezTo>
                      <a:cubicBezTo>
                        <a:pt x="182" y="192"/>
                        <a:pt x="193" y="182"/>
                        <a:pt x="193" y="168"/>
                      </a:cubicBezTo>
                      <a:cubicBezTo>
                        <a:pt x="193" y="24"/>
                        <a:pt x="193" y="24"/>
                        <a:pt x="193" y="24"/>
                      </a:cubicBezTo>
                      <a:cubicBezTo>
                        <a:pt x="193" y="11"/>
                        <a:pt x="182" y="0"/>
                        <a:pt x="168"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dirty="0">
                    <a:latin typeface="Lato Light"/>
                  </a:endParaRPr>
                </a:p>
              </p:txBody>
            </p:sp>
            <p:sp>
              <p:nvSpPr>
                <p:cNvPr id="46" name="Freeform 14">
                  <a:extLst>
                    <a:ext uri="{FF2B5EF4-FFF2-40B4-BE49-F238E27FC236}">
                      <a16:creationId xmlns:a16="http://schemas.microsoft.com/office/drawing/2014/main" id="{899F88D3-5C91-4BBA-BE63-9371B4B356C8}"/>
                    </a:ext>
                  </a:extLst>
                </p:cNvPr>
                <p:cNvSpPr>
                  <a:spLocks/>
                </p:cNvSpPr>
                <p:nvPr/>
              </p:nvSpPr>
              <p:spPr bwMode="auto">
                <a:xfrm>
                  <a:off x="4763" y="1087438"/>
                  <a:ext cx="727075" cy="722313"/>
                </a:xfrm>
                <a:custGeom>
                  <a:avLst/>
                  <a:gdLst>
                    <a:gd name="T0" fmla="*/ 168 w 193"/>
                    <a:gd name="T1" fmla="*/ 0 h 192"/>
                    <a:gd name="T2" fmla="*/ 24 w 193"/>
                    <a:gd name="T3" fmla="*/ 0 h 192"/>
                    <a:gd name="T4" fmla="*/ 0 w 193"/>
                    <a:gd name="T5" fmla="*/ 24 h 192"/>
                    <a:gd name="T6" fmla="*/ 0 w 193"/>
                    <a:gd name="T7" fmla="*/ 168 h 192"/>
                    <a:gd name="T8" fmla="*/ 24 w 193"/>
                    <a:gd name="T9" fmla="*/ 192 h 192"/>
                    <a:gd name="T10" fmla="*/ 168 w 193"/>
                    <a:gd name="T11" fmla="*/ 192 h 192"/>
                    <a:gd name="T12" fmla="*/ 193 w 193"/>
                    <a:gd name="T13" fmla="*/ 168 h 192"/>
                    <a:gd name="T14" fmla="*/ 193 w 193"/>
                    <a:gd name="T15" fmla="*/ 24 h 192"/>
                    <a:gd name="T16" fmla="*/ 168 w 193"/>
                    <a:gd name="T17" fmla="*/ 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3" h="192">
                      <a:moveTo>
                        <a:pt x="168" y="0"/>
                      </a:moveTo>
                      <a:cubicBezTo>
                        <a:pt x="24" y="0"/>
                        <a:pt x="24" y="0"/>
                        <a:pt x="24" y="0"/>
                      </a:cubicBezTo>
                      <a:cubicBezTo>
                        <a:pt x="11" y="0"/>
                        <a:pt x="0" y="11"/>
                        <a:pt x="0" y="24"/>
                      </a:cubicBezTo>
                      <a:cubicBezTo>
                        <a:pt x="0" y="168"/>
                        <a:pt x="0" y="168"/>
                        <a:pt x="0" y="168"/>
                      </a:cubicBezTo>
                      <a:cubicBezTo>
                        <a:pt x="0" y="181"/>
                        <a:pt x="11" y="192"/>
                        <a:pt x="24" y="192"/>
                      </a:cubicBezTo>
                      <a:cubicBezTo>
                        <a:pt x="168" y="192"/>
                        <a:pt x="168" y="192"/>
                        <a:pt x="168" y="192"/>
                      </a:cubicBezTo>
                      <a:cubicBezTo>
                        <a:pt x="182" y="192"/>
                        <a:pt x="193" y="181"/>
                        <a:pt x="193" y="168"/>
                      </a:cubicBezTo>
                      <a:cubicBezTo>
                        <a:pt x="193" y="24"/>
                        <a:pt x="193" y="24"/>
                        <a:pt x="193" y="24"/>
                      </a:cubicBezTo>
                      <a:cubicBezTo>
                        <a:pt x="193" y="11"/>
                        <a:pt x="182" y="0"/>
                        <a:pt x="168"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dirty="0">
                    <a:latin typeface="Lato Light"/>
                  </a:endParaRPr>
                </a:p>
              </p:txBody>
            </p:sp>
            <p:sp>
              <p:nvSpPr>
                <p:cNvPr id="47" name="Freeform 15">
                  <a:extLst>
                    <a:ext uri="{FF2B5EF4-FFF2-40B4-BE49-F238E27FC236}">
                      <a16:creationId xmlns:a16="http://schemas.microsoft.com/office/drawing/2014/main" id="{C1C5DCC2-9B40-4DA3-AB2F-ED9C5D891CE6}"/>
                    </a:ext>
                  </a:extLst>
                </p:cNvPr>
                <p:cNvSpPr>
                  <a:spLocks/>
                </p:cNvSpPr>
                <p:nvPr/>
              </p:nvSpPr>
              <p:spPr bwMode="auto">
                <a:xfrm>
                  <a:off x="4763" y="2171700"/>
                  <a:ext cx="727075" cy="727075"/>
                </a:xfrm>
                <a:custGeom>
                  <a:avLst/>
                  <a:gdLst>
                    <a:gd name="T0" fmla="*/ 168 w 193"/>
                    <a:gd name="T1" fmla="*/ 0 h 193"/>
                    <a:gd name="T2" fmla="*/ 24 w 193"/>
                    <a:gd name="T3" fmla="*/ 0 h 193"/>
                    <a:gd name="T4" fmla="*/ 0 w 193"/>
                    <a:gd name="T5" fmla="*/ 25 h 193"/>
                    <a:gd name="T6" fmla="*/ 0 w 193"/>
                    <a:gd name="T7" fmla="*/ 169 h 193"/>
                    <a:gd name="T8" fmla="*/ 24 w 193"/>
                    <a:gd name="T9" fmla="*/ 193 h 193"/>
                    <a:gd name="T10" fmla="*/ 168 w 193"/>
                    <a:gd name="T11" fmla="*/ 193 h 193"/>
                    <a:gd name="T12" fmla="*/ 193 w 193"/>
                    <a:gd name="T13" fmla="*/ 169 h 193"/>
                    <a:gd name="T14" fmla="*/ 193 w 193"/>
                    <a:gd name="T15" fmla="*/ 25 h 193"/>
                    <a:gd name="T16" fmla="*/ 168 w 193"/>
                    <a:gd name="T17" fmla="*/ 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3" h="193">
                      <a:moveTo>
                        <a:pt x="168" y="0"/>
                      </a:moveTo>
                      <a:cubicBezTo>
                        <a:pt x="24" y="0"/>
                        <a:pt x="24" y="0"/>
                        <a:pt x="24" y="0"/>
                      </a:cubicBezTo>
                      <a:cubicBezTo>
                        <a:pt x="11" y="0"/>
                        <a:pt x="0" y="11"/>
                        <a:pt x="0" y="25"/>
                      </a:cubicBezTo>
                      <a:cubicBezTo>
                        <a:pt x="0" y="169"/>
                        <a:pt x="0" y="169"/>
                        <a:pt x="0" y="169"/>
                      </a:cubicBezTo>
                      <a:cubicBezTo>
                        <a:pt x="0" y="182"/>
                        <a:pt x="11" y="193"/>
                        <a:pt x="24" y="193"/>
                      </a:cubicBezTo>
                      <a:cubicBezTo>
                        <a:pt x="168" y="193"/>
                        <a:pt x="168" y="193"/>
                        <a:pt x="168" y="193"/>
                      </a:cubicBezTo>
                      <a:cubicBezTo>
                        <a:pt x="182" y="193"/>
                        <a:pt x="193" y="182"/>
                        <a:pt x="193" y="169"/>
                      </a:cubicBezTo>
                      <a:cubicBezTo>
                        <a:pt x="193" y="25"/>
                        <a:pt x="193" y="25"/>
                        <a:pt x="193" y="25"/>
                      </a:cubicBezTo>
                      <a:cubicBezTo>
                        <a:pt x="193" y="11"/>
                        <a:pt x="182" y="0"/>
                        <a:pt x="168"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dirty="0">
                    <a:latin typeface="Lato Light"/>
                  </a:endParaRPr>
                </a:p>
              </p:txBody>
            </p:sp>
            <p:sp>
              <p:nvSpPr>
                <p:cNvPr id="48" name="Freeform 16">
                  <a:extLst>
                    <a:ext uri="{FF2B5EF4-FFF2-40B4-BE49-F238E27FC236}">
                      <a16:creationId xmlns:a16="http://schemas.microsoft.com/office/drawing/2014/main" id="{0721D991-881C-4DBE-AF30-E47AE304B7B5}"/>
                    </a:ext>
                  </a:extLst>
                </p:cNvPr>
                <p:cNvSpPr>
                  <a:spLocks/>
                </p:cNvSpPr>
                <p:nvPr/>
              </p:nvSpPr>
              <p:spPr bwMode="auto">
                <a:xfrm>
                  <a:off x="1093788" y="0"/>
                  <a:ext cx="722312" cy="722313"/>
                </a:xfrm>
                <a:custGeom>
                  <a:avLst/>
                  <a:gdLst>
                    <a:gd name="T0" fmla="*/ 168 w 192"/>
                    <a:gd name="T1" fmla="*/ 0 h 192"/>
                    <a:gd name="T2" fmla="*/ 24 w 192"/>
                    <a:gd name="T3" fmla="*/ 0 h 192"/>
                    <a:gd name="T4" fmla="*/ 0 w 192"/>
                    <a:gd name="T5" fmla="*/ 24 h 192"/>
                    <a:gd name="T6" fmla="*/ 0 w 192"/>
                    <a:gd name="T7" fmla="*/ 168 h 192"/>
                    <a:gd name="T8" fmla="*/ 24 w 192"/>
                    <a:gd name="T9" fmla="*/ 192 h 192"/>
                    <a:gd name="T10" fmla="*/ 168 w 192"/>
                    <a:gd name="T11" fmla="*/ 192 h 192"/>
                    <a:gd name="T12" fmla="*/ 192 w 192"/>
                    <a:gd name="T13" fmla="*/ 168 h 192"/>
                    <a:gd name="T14" fmla="*/ 192 w 192"/>
                    <a:gd name="T15" fmla="*/ 24 h 192"/>
                    <a:gd name="T16" fmla="*/ 168 w 192"/>
                    <a:gd name="T17" fmla="*/ 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2" h="192">
                      <a:moveTo>
                        <a:pt x="168" y="0"/>
                      </a:moveTo>
                      <a:cubicBezTo>
                        <a:pt x="24" y="0"/>
                        <a:pt x="24" y="0"/>
                        <a:pt x="24" y="0"/>
                      </a:cubicBezTo>
                      <a:cubicBezTo>
                        <a:pt x="11" y="0"/>
                        <a:pt x="0" y="11"/>
                        <a:pt x="0" y="24"/>
                      </a:cubicBezTo>
                      <a:cubicBezTo>
                        <a:pt x="0" y="168"/>
                        <a:pt x="0" y="168"/>
                        <a:pt x="0" y="168"/>
                      </a:cubicBezTo>
                      <a:cubicBezTo>
                        <a:pt x="0" y="182"/>
                        <a:pt x="11" y="192"/>
                        <a:pt x="24" y="192"/>
                      </a:cubicBezTo>
                      <a:cubicBezTo>
                        <a:pt x="168" y="192"/>
                        <a:pt x="168" y="192"/>
                        <a:pt x="168" y="192"/>
                      </a:cubicBezTo>
                      <a:cubicBezTo>
                        <a:pt x="181" y="192"/>
                        <a:pt x="192" y="182"/>
                        <a:pt x="192" y="168"/>
                      </a:cubicBezTo>
                      <a:cubicBezTo>
                        <a:pt x="192" y="24"/>
                        <a:pt x="192" y="24"/>
                        <a:pt x="192" y="24"/>
                      </a:cubicBezTo>
                      <a:cubicBezTo>
                        <a:pt x="192" y="11"/>
                        <a:pt x="181" y="0"/>
                        <a:pt x="168"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dirty="0">
                    <a:latin typeface="Lato Light"/>
                  </a:endParaRPr>
                </a:p>
              </p:txBody>
            </p:sp>
            <p:sp>
              <p:nvSpPr>
                <p:cNvPr id="49" name="Freeform 17">
                  <a:extLst>
                    <a:ext uri="{FF2B5EF4-FFF2-40B4-BE49-F238E27FC236}">
                      <a16:creationId xmlns:a16="http://schemas.microsoft.com/office/drawing/2014/main" id="{97111254-2A6F-40F4-8741-1C703E43B986}"/>
                    </a:ext>
                  </a:extLst>
                </p:cNvPr>
                <p:cNvSpPr>
                  <a:spLocks/>
                </p:cNvSpPr>
                <p:nvPr/>
              </p:nvSpPr>
              <p:spPr bwMode="auto">
                <a:xfrm>
                  <a:off x="1093788" y="1087438"/>
                  <a:ext cx="722312" cy="722313"/>
                </a:xfrm>
                <a:custGeom>
                  <a:avLst/>
                  <a:gdLst>
                    <a:gd name="T0" fmla="*/ 168 w 192"/>
                    <a:gd name="T1" fmla="*/ 0 h 192"/>
                    <a:gd name="T2" fmla="*/ 24 w 192"/>
                    <a:gd name="T3" fmla="*/ 0 h 192"/>
                    <a:gd name="T4" fmla="*/ 0 w 192"/>
                    <a:gd name="T5" fmla="*/ 24 h 192"/>
                    <a:gd name="T6" fmla="*/ 0 w 192"/>
                    <a:gd name="T7" fmla="*/ 168 h 192"/>
                    <a:gd name="T8" fmla="*/ 24 w 192"/>
                    <a:gd name="T9" fmla="*/ 192 h 192"/>
                    <a:gd name="T10" fmla="*/ 168 w 192"/>
                    <a:gd name="T11" fmla="*/ 192 h 192"/>
                    <a:gd name="T12" fmla="*/ 192 w 192"/>
                    <a:gd name="T13" fmla="*/ 168 h 192"/>
                    <a:gd name="T14" fmla="*/ 192 w 192"/>
                    <a:gd name="T15" fmla="*/ 24 h 192"/>
                    <a:gd name="T16" fmla="*/ 168 w 192"/>
                    <a:gd name="T17" fmla="*/ 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2" h="192">
                      <a:moveTo>
                        <a:pt x="168" y="0"/>
                      </a:moveTo>
                      <a:cubicBezTo>
                        <a:pt x="24" y="0"/>
                        <a:pt x="24" y="0"/>
                        <a:pt x="24" y="0"/>
                      </a:cubicBezTo>
                      <a:cubicBezTo>
                        <a:pt x="11" y="0"/>
                        <a:pt x="0" y="11"/>
                        <a:pt x="0" y="24"/>
                      </a:cubicBezTo>
                      <a:cubicBezTo>
                        <a:pt x="0" y="168"/>
                        <a:pt x="0" y="168"/>
                        <a:pt x="0" y="168"/>
                      </a:cubicBezTo>
                      <a:cubicBezTo>
                        <a:pt x="0" y="181"/>
                        <a:pt x="11" y="192"/>
                        <a:pt x="24" y="192"/>
                      </a:cubicBezTo>
                      <a:cubicBezTo>
                        <a:pt x="168" y="192"/>
                        <a:pt x="168" y="192"/>
                        <a:pt x="168" y="192"/>
                      </a:cubicBezTo>
                      <a:cubicBezTo>
                        <a:pt x="181" y="192"/>
                        <a:pt x="192" y="181"/>
                        <a:pt x="192" y="168"/>
                      </a:cubicBezTo>
                      <a:cubicBezTo>
                        <a:pt x="192" y="24"/>
                        <a:pt x="192" y="24"/>
                        <a:pt x="192" y="24"/>
                      </a:cubicBezTo>
                      <a:cubicBezTo>
                        <a:pt x="192" y="11"/>
                        <a:pt x="181" y="0"/>
                        <a:pt x="168"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dirty="0">
                    <a:latin typeface="Lato Light"/>
                  </a:endParaRPr>
                </a:p>
              </p:txBody>
            </p:sp>
            <p:sp>
              <p:nvSpPr>
                <p:cNvPr id="50" name="Freeform 18">
                  <a:extLst>
                    <a:ext uri="{FF2B5EF4-FFF2-40B4-BE49-F238E27FC236}">
                      <a16:creationId xmlns:a16="http://schemas.microsoft.com/office/drawing/2014/main" id="{3448ADF5-3363-4495-90EA-D3397EA0A37A}"/>
                    </a:ext>
                  </a:extLst>
                </p:cNvPr>
                <p:cNvSpPr>
                  <a:spLocks/>
                </p:cNvSpPr>
                <p:nvPr/>
              </p:nvSpPr>
              <p:spPr bwMode="auto">
                <a:xfrm>
                  <a:off x="1093788" y="2171700"/>
                  <a:ext cx="722312" cy="727075"/>
                </a:xfrm>
                <a:custGeom>
                  <a:avLst/>
                  <a:gdLst>
                    <a:gd name="T0" fmla="*/ 168 w 192"/>
                    <a:gd name="T1" fmla="*/ 0 h 193"/>
                    <a:gd name="T2" fmla="*/ 24 w 192"/>
                    <a:gd name="T3" fmla="*/ 0 h 193"/>
                    <a:gd name="T4" fmla="*/ 0 w 192"/>
                    <a:gd name="T5" fmla="*/ 25 h 193"/>
                    <a:gd name="T6" fmla="*/ 0 w 192"/>
                    <a:gd name="T7" fmla="*/ 169 h 193"/>
                    <a:gd name="T8" fmla="*/ 24 w 192"/>
                    <a:gd name="T9" fmla="*/ 193 h 193"/>
                    <a:gd name="T10" fmla="*/ 168 w 192"/>
                    <a:gd name="T11" fmla="*/ 193 h 193"/>
                    <a:gd name="T12" fmla="*/ 192 w 192"/>
                    <a:gd name="T13" fmla="*/ 169 h 193"/>
                    <a:gd name="T14" fmla="*/ 192 w 192"/>
                    <a:gd name="T15" fmla="*/ 25 h 193"/>
                    <a:gd name="T16" fmla="*/ 168 w 192"/>
                    <a:gd name="T17" fmla="*/ 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2" h="193">
                      <a:moveTo>
                        <a:pt x="168" y="0"/>
                      </a:moveTo>
                      <a:cubicBezTo>
                        <a:pt x="24" y="0"/>
                        <a:pt x="24" y="0"/>
                        <a:pt x="24" y="0"/>
                      </a:cubicBezTo>
                      <a:cubicBezTo>
                        <a:pt x="11" y="0"/>
                        <a:pt x="0" y="11"/>
                        <a:pt x="0" y="25"/>
                      </a:cubicBezTo>
                      <a:cubicBezTo>
                        <a:pt x="0" y="169"/>
                        <a:pt x="0" y="169"/>
                        <a:pt x="0" y="169"/>
                      </a:cubicBezTo>
                      <a:cubicBezTo>
                        <a:pt x="0" y="182"/>
                        <a:pt x="11" y="193"/>
                        <a:pt x="24" y="193"/>
                      </a:cubicBezTo>
                      <a:cubicBezTo>
                        <a:pt x="168" y="193"/>
                        <a:pt x="168" y="193"/>
                        <a:pt x="168" y="193"/>
                      </a:cubicBezTo>
                      <a:cubicBezTo>
                        <a:pt x="181" y="193"/>
                        <a:pt x="192" y="182"/>
                        <a:pt x="192" y="169"/>
                      </a:cubicBezTo>
                      <a:cubicBezTo>
                        <a:pt x="192" y="25"/>
                        <a:pt x="192" y="25"/>
                        <a:pt x="192" y="25"/>
                      </a:cubicBezTo>
                      <a:cubicBezTo>
                        <a:pt x="192" y="11"/>
                        <a:pt x="181" y="0"/>
                        <a:pt x="168"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dirty="0">
                    <a:latin typeface="Lato Light"/>
                  </a:endParaRPr>
                </a:p>
              </p:txBody>
            </p:sp>
            <p:sp>
              <p:nvSpPr>
                <p:cNvPr id="51" name="Freeform 19">
                  <a:extLst>
                    <a:ext uri="{FF2B5EF4-FFF2-40B4-BE49-F238E27FC236}">
                      <a16:creationId xmlns:a16="http://schemas.microsoft.com/office/drawing/2014/main" id="{A11FFFD8-A688-46DB-9518-83D23CB9AE91}"/>
                    </a:ext>
                  </a:extLst>
                </p:cNvPr>
                <p:cNvSpPr>
                  <a:spLocks/>
                </p:cNvSpPr>
                <p:nvPr/>
              </p:nvSpPr>
              <p:spPr bwMode="auto">
                <a:xfrm>
                  <a:off x="2181225" y="0"/>
                  <a:ext cx="723900" cy="722313"/>
                </a:xfrm>
                <a:custGeom>
                  <a:avLst/>
                  <a:gdLst>
                    <a:gd name="T0" fmla="*/ 168 w 192"/>
                    <a:gd name="T1" fmla="*/ 0 h 192"/>
                    <a:gd name="T2" fmla="*/ 24 w 192"/>
                    <a:gd name="T3" fmla="*/ 0 h 192"/>
                    <a:gd name="T4" fmla="*/ 0 w 192"/>
                    <a:gd name="T5" fmla="*/ 24 h 192"/>
                    <a:gd name="T6" fmla="*/ 0 w 192"/>
                    <a:gd name="T7" fmla="*/ 168 h 192"/>
                    <a:gd name="T8" fmla="*/ 24 w 192"/>
                    <a:gd name="T9" fmla="*/ 192 h 192"/>
                    <a:gd name="T10" fmla="*/ 168 w 192"/>
                    <a:gd name="T11" fmla="*/ 192 h 192"/>
                    <a:gd name="T12" fmla="*/ 192 w 192"/>
                    <a:gd name="T13" fmla="*/ 168 h 192"/>
                    <a:gd name="T14" fmla="*/ 192 w 192"/>
                    <a:gd name="T15" fmla="*/ 24 h 192"/>
                    <a:gd name="T16" fmla="*/ 168 w 192"/>
                    <a:gd name="T17" fmla="*/ 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2" h="192">
                      <a:moveTo>
                        <a:pt x="168" y="0"/>
                      </a:moveTo>
                      <a:cubicBezTo>
                        <a:pt x="24" y="0"/>
                        <a:pt x="24" y="0"/>
                        <a:pt x="24" y="0"/>
                      </a:cubicBezTo>
                      <a:cubicBezTo>
                        <a:pt x="10" y="0"/>
                        <a:pt x="0" y="11"/>
                        <a:pt x="0" y="24"/>
                      </a:cubicBezTo>
                      <a:cubicBezTo>
                        <a:pt x="0" y="168"/>
                        <a:pt x="0" y="168"/>
                        <a:pt x="0" y="168"/>
                      </a:cubicBezTo>
                      <a:cubicBezTo>
                        <a:pt x="0" y="182"/>
                        <a:pt x="10" y="192"/>
                        <a:pt x="24" y="192"/>
                      </a:cubicBezTo>
                      <a:cubicBezTo>
                        <a:pt x="168" y="192"/>
                        <a:pt x="168" y="192"/>
                        <a:pt x="168" y="192"/>
                      </a:cubicBezTo>
                      <a:cubicBezTo>
                        <a:pt x="181" y="192"/>
                        <a:pt x="192" y="182"/>
                        <a:pt x="192" y="168"/>
                      </a:cubicBezTo>
                      <a:cubicBezTo>
                        <a:pt x="192" y="24"/>
                        <a:pt x="192" y="24"/>
                        <a:pt x="192" y="24"/>
                      </a:cubicBezTo>
                      <a:cubicBezTo>
                        <a:pt x="192" y="11"/>
                        <a:pt x="181" y="0"/>
                        <a:pt x="168"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dirty="0">
                    <a:latin typeface="Lato Light"/>
                  </a:endParaRPr>
                </a:p>
              </p:txBody>
            </p:sp>
            <p:sp>
              <p:nvSpPr>
                <p:cNvPr id="52" name="Freeform 20">
                  <a:extLst>
                    <a:ext uri="{FF2B5EF4-FFF2-40B4-BE49-F238E27FC236}">
                      <a16:creationId xmlns:a16="http://schemas.microsoft.com/office/drawing/2014/main" id="{3B48C2AB-505E-4332-A44A-9D533A650440}"/>
                    </a:ext>
                  </a:extLst>
                </p:cNvPr>
                <p:cNvSpPr>
                  <a:spLocks/>
                </p:cNvSpPr>
                <p:nvPr/>
              </p:nvSpPr>
              <p:spPr bwMode="auto">
                <a:xfrm>
                  <a:off x="2181225" y="1087438"/>
                  <a:ext cx="723900" cy="722313"/>
                </a:xfrm>
                <a:custGeom>
                  <a:avLst/>
                  <a:gdLst>
                    <a:gd name="T0" fmla="*/ 168 w 192"/>
                    <a:gd name="T1" fmla="*/ 0 h 192"/>
                    <a:gd name="T2" fmla="*/ 24 w 192"/>
                    <a:gd name="T3" fmla="*/ 0 h 192"/>
                    <a:gd name="T4" fmla="*/ 0 w 192"/>
                    <a:gd name="T5" fmla="*/ 24 h 192"/>
                    <a:gd name="T6" fmla="*/ 0 w 192"/>
                    <a:gd name="T7" fmla="*/ 168 h 192"/>
                    <a:gd name="T8" fmla="*/ 24 w 192"/>
                    <a:gd name="T9" fmla="*/ 192 h 192"/>
                    <a:gd name="T10" fmla="*/ 168 w 192"/>
                    <a:gd name="T11" fmla="*/ 192 h 192"/>
                    <a:gd name="T12" fmla="*/ 192 w 192"/>
                    <a:gd name="T13" fmla="*/ 168 h 192"/>
                    <a:gd name="T14" fmla="*/ 192 w 192"/>
                    <a:gd name="T15" fmla="*/ 24 h 192"/>
                    <a:gd name="T16" fmla="*/ 168 w 192"/>
                    <a:gd name="T17" fmla="*/ 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2" h="192">
                      <a:moveTo>
                        <a:pt x="168" y="0"/>
                      </a:moveTo>
                      <a:cubicBezTo>
                        <a:pt x="24" y="0"/>
                        <a:pt x="24" y="0"/>
                        <a:pt x="24" y="0"/>
                      </a:cubicBezTo>
                      <a:cubicBezTo>
                        <a:pt x="10" y="0"/>
                        <a:pt x="0" y="11"/>
                        <a:pt x="0" y="24"/>
                      </a:cubicBezTo>
                      <a:cubicBezTo>
                        <a:pt x="0" y="168"/>
                        <a:pt x="0" y="168"/>
                        <a:pt x="0" y="168"/>
                      </a:cubicBezTo>
                      <a:cubicBezTo>
                        <a:pt x="0" y="181"/>
                        <a:pt x="10" y="192"/>
                        <a:pt x="24" y="192"/>
                      </a:cubicBezTo>
                      <a:cubicBezTo>
                        <a:pt x="168" y="192"/>
                        <a:pt x="168" y="192"/>
                        <a:pt x="168" y="192"/>
                      </a:cubicBezTo>
                      <a:cubicBezTo>
                        <a:pt x="181" y="192"/>
                        <a:pt x="192" y="181"/>
                        <a:pt x="192" y="168"/>
                      </a:cubicBezTo>
                      <a:cubicBezTo>
                        <a:pt x="192" y="24"/>
                        <a:pt x="192" y="24"/>
                        <a:pt x="192" y="24"/>
                      </a:cubicBezTo>
                      <a:cubicBezTo>
                        <a:pt x="192" y="11"/>
                        <a:pt x="181" y="0"/>
                        <a:pt x="168"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dirty="0">
                    <a:latin typeface="Lato Light"/>
                  </a:endParaRPr>
                </a:p>
              </p:txBody>
            </p:sp>
            <p:sp>
              <p:nvSpPr>
                <p:cNvPr id="53" name="Freeform 21">
                  <a:extLst>
                    <a:ext uri="{FF2B5EF4-FFF2-40B4-BE49-F238E27FC236}">
                      <a16:creationId xmlns:a16="http://schemas.microsoft.com/office/drawing/2014/main" id="{EBFBAB80-64C2-4E27-A1CC-A218E6C35627}"/>
                    </a:ext>
                  </a:extLst>
                </p:cNvPr>
                <p:cNvSpPr>
                  <a:spLocks/>
                </p:cNvSpPr>
                <p:nvPr/>
              </p:nvSpPr>
              <p:spPr bwMode="auto">
                <a:xfrm>
                  <a:off x="2181225" y="2171700"/>
                  <a:ext cx="723900" cy="727075"/>
                </a:xfrm>
                <a:custGeom>
                  <a:avLst/>
                  <a:gdLst>
                    <a:gd name="T0" fmla="*/ 168 w 192"/>
                    <a:gd name="T1" fmla="*/ 0 h 193"/>
                    <a:gd name="T2" fmla="*/ 24 w 192"/>
                    <a:gd name="T3" fmla="*/ 0 h 193"/>
                    <a:gd name="T4" fmla="*/ 0 w 192"/>
                    <a:gd name="T5" fmla="*/ 25 h 193"/>
                    <a:gd name="T6" fmla="*/ 0 w 192"/>
                    <a:gd name="T7" fmla="*/ 169 h 193"/>
                    <a:gd name="T8" fmla="*/ 24 w 192"/>
                    <a:gd name="T9" fmla="*/ 193 h 193"/>
                    <a:gd name="T10" fmla="*/ 168 w 192"/>
                    <a:gd name="T11" fmla="*/ 193 h 193"/>
                    <a:gd name="T12" fmla="*/ 192 w 192"/>
                    <a:gd name="T13" fmla="*/ 169 h 193"/>
                    <a:gd name="T14" fmla="*/ 192 w 192"/>
                    <a:gd name="T15" fmla="*/ 25 h 193"/>
                    <a:gd name="T16" fmla="*/ 168 w 192"/>
                    <a:gd name="T17" fmla="*/ 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2" h="193">
                      <a:moveTo>
                        <a:pt x="168" y="0"/>
                      </a:moveTo>
                      <a:cubicBezTo>
                        <a:pt x="24" y="0"/>
                        <a:pt x="24" y="0"/>
                        <a:pt x="24" y="0"/>
                      </a:cubicBezTo>
                      <a:cubicBezTo>
                        <a:pt x="10" y="0"/>
                        <a:pt x="0" y="11"/>
                        <a:pt x="0" y="25"/>
                      </a:cubicBezTo>
                      <a:cubicBezTo>
                        <a:pt x="0" y="169"/>
                        <a:pt x="0" y="169"/>
                        <a:pt x="0" y="169"/>
                      </a:cubicBezTo>
                      <a:cubicBezTo>
                        <a:pt x="0" y="182"/>
                        <a:pt x="10" y="193"/>
                        <a:pt x="24" y="193"/>
                      </a:cubicBezTo>
                      <a:cubicBezTo>
                        <a:pt x="168" y="193"/>
                        <a:pt x="168" y="193"/>
                        <a:pt x="168" y="193"/>
                      </a:cubicBezTo>
                      <a:cubicBezTo>
                        <a:pt x="181" y="193"/>
                        <a:pt x="192" y="182"/>
                        <a:pt x="192" y="169"/>
                      </a:cubicBezTo>
                      <a:cubicBezTo>
                        <a:pt x="192" y="25"/>
                        <a:pt x="192" y="25"/>
                        <a:pt x="192" y="25"/>
                      </a:cubicBezTo>
                      <a:cubicBezTo>
                        <a:pt x="192" y="11"/>
                        <a:pt x="181" y="0"/>
                        <a:pt x="168"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dirty="0">
                    <a:latin typeface="Lato Light"/>
                  </a:endParaRPr>
                </a:p>
              </p:txBody>
            </p:sp>
          </p:grpSp>
          <p:sp>
            <p:nvSpPr>
              <p:cNvPr id="43" name="Freeform 25">
                <a:extLst>
                  <a:ext uri="{FF2B5EF4-FFF2-40B4-BE49-F238E27FC236}">
                    <a16:creationId xmlns:a16="http://schemas.microsoft.com/office/drawing/2014/main" id="{27106E3B-5EE5-442B-87E5-0B8163B99979}"/>
                  </a:ext>
                </a:extLst>
              </p:cNvPr>
              <p:cNvSpPr>
                <a:spLocks/>
              </p:cNvSpPr>
              <p:nvPr/>
            </p:nvSpPr>
            <p:spPr bwMode="auto">
              <a:xfrm rot="5400000">
                <a:off x="7497092" y="3115886"/>
                <a:ext cx="146921" cy="128651"/>
              </a:xfrm>
              <a:custGeom>
                <a:avLst/>
                <a:gdLst>
                  <a:gd name="T0" fmla="*/ 504 w 896"/>
                  <a:gd name="T1" fmla="*/ 0 h 784"/>
                  <a:gd name="T2" fmla="*/ 116 w 896"/>
                  <a:gd name="T3" fmla="*/ 336 h 784"/>
                  <a:gd name="T4" fmla="*/ 0 w 896"/>
                  <a:gd name="T5" fmla="*/ 336 h 784"/>
                  <a:gd name="T6" fmla="*/ 168 w 896"/>
                  <a:gd name="T7" fmla="*/ 560 h 784"/>
                  <a:gd name="T8" fmla="*/ 336 w 896"/>
                  <a:gd name="T9" fmla="*/ 336 h 784"/>
                  <a:gd name="T10" fmla="*/ 230 w 896"/>
                  <a:gd name="T11" fmla="*/ 336 h 784"/>
                  <a:gd name="T12" fmla="*/ 504 w 896"/>
                  <a:gd name="T13" fmla="*/ 112 h 784"/>
                  <a:gd name="T14" fmla="*/ 784 w 896"/>
                  <a:gd name="T15" fmla="*/ 392 h 784"/>
                  <a:gd name="T16" fmla="*/ 504 w 896"/>
                  <a:gd name="T17" fmla="*/ 672 h 784"/>
                  <a:gd name="T18" fmla="*/ 504 w 896"/>
                  <a:gd name="T19" fmla="*/ 784 h 784"/>
                  <a:gd name="T20" fmla="*/ 896 w 896"/>
                  <a:gd name="T21" fmla="*/ 392 h 784"/>
                  <a:gd name="T22" fmla="*/ 504 w 896"/>
                  <a:gd name="T23" fmla="*/ 0 h 7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6" h="784">
                    <a:moveTo>
                      <a:pt x="504" y="0"/>
                    </a:moveTo>
                    <a:cubicBezTo>
                      <a:pt x="307" y="0"/>
                      <a:pt x="144" y="146"/>
                      <a:pt x="116" y="336"/>
                    </a:cubicBezTo>
                    <a:cubicBezTo>
                      <a:pt x="0" y="336"/>
                      <a:pt x="0" y="336"/>
                      <a:pt x="0" y="336"/>
                    </a:cubicBezTo>
                    <a:cubicBezTo>
                      <a:pt x="168" y="560"/>
                      <a:pt x="168" y="560"/>
                      <a:pt x="168" y="560"/>
                    </a:cubicBezTo>
                    <a:cubicBezTo>
                      <a:pt x="336" y="336"/>
                      <a:pt x="336" y="336"/>
                      <a:pt x="336" y="336"/>
                    </a:cubicBezTo>
                    <a:cubicBezTo>
                      <a:pt x="230" y="336"/>
                      <a:pt x="230" y="336"/>
                      <a:pt x="230" y="336"/>
                    </a:cubicBezTo>
                    <a:cubicBezTo>
                      <a:pt x="256" y="208"/>
                      <a:pt x="369" y="112"/>
                      <a:pt x="504" y="112"/>
                    </a:cubicBezTo>
                    <a:cubicBezTo>
                      <a:pt x="658" y="112"/>
                      <a:pt x="784" y="238"/>
                      <a:pt x="784" y="392"/>
                    </a:cubicBezTo>
                    <a:cubicBezTo>
                      <a:pt x="784" y="546"/>
                      <a:pt x="658" y="672"/>
                      <a:pt x="504" y="672"/>
                    </a:cubicBezTo>
                    <a:cubicBezTo>
                      <a:pt x="504" y="784"/>
                      <a:pt x="504" y="784"/>
                      <a:pt x="504" y="784"/>
                    </a:cubicBezTo>
                    <a:cubicBezTo>
                      <a:pt x="721" y="784"/>
                      <a:pt x="896" y="609"/>
                      <a:pt x="896" y="392"/>
                    </a:cubicBezTo>
                    <a:cubicBezTo>
                      <a:pt x="896" y="175"/>
                      <a:pt x="721" y="0"/>
                      <a:pt x="504" y="0"/>
                    </a:cubicBezTo>
                    <a:close/>
                  </a:path>
                </a:pathLst>
              </a:custGeom>
              <a:solidFill>
                <a:schemeClr val="bg1">
                  <a:lumMod val="50000"/>
                </a:schemeClr>
              </a:solidFill>
              <a:ln>
                <a:noFill/>
              </a:ln>
            </p:spPr>
            <p:txBody>
              <a:bodyPr vert="horz" wrap="square" lIns="91440" tIns="45720" rIns="91440" bIns="45720" numCol="1" anchor="t" anchorCtr="0" compatLnSpc="1">
                <a:prstTxWarp prst="textNoShape">
                  <a:avLst/>
                </a:prstTxWarp>
              </a:bodyPr>
              <a:lstStyle/>
              <a:p>
                <a:endParaRPr lang="id-ID" dirty="0">
                  <a:latin typeface="Lato Light"/>
                </a:endParaRPr>
              </a:p>
            </p:txBody>
          </p:sp>
          <p:sp>
            <p:nvSpPr>
              <p:cNvPr id="44" name="Oval 6">
                <a:extLst>
                  <a:ext uri="{FF2B5EF4-FFF2-40B4-BE49-F238E27FC236}">
                    <a16:creationId xmlns:a16="http://schemas.microsoft.com/office/drawing/2014/main" id="{AFFAA0AD-114A-4831-ACE3-B8C4258E3CB5}"/>
                  </a:ext>
                </a:extLst>
              </p:cNvPr>
              <p:cNvSpPr>
                <a:spLocks/>
              </p:cNvSpPr>
              <p:nvPr/>
            </p:nvSpPr>
            <p:spPr bwMode="auto">
              <a:xfrm>
                <a:off x="1655635" y="2814331"/>
                <a:ext cx="95903" cy="95276"/>
              </a:xfrm>
              <a:prstGeom prst="ellipse">
                <a:avLst/>
              </a:prstGeom>
              <a:solidFill>
                <a:schemeClr val="accent5"/>
              </a:solidFill>
              <a:ln w="25400" cap="flat">
                <a:noFill/>
                <a:prstDash val="solid"/>
                <a:miter lim="800000"/>
                <a:headEnd type="none" w="med" len="med"/>
                <a:tailEnd type="none" w="med" len="med"/>
              </a:ln>
            </p:spPr>
            <p:txBody>
              <a:bodyPr lIns="0" tIns="0" rIns="0" bIns="0"/>
              <a:lstStyle/>
              <a:p>
                <a:endParaRPr lang="id-ID" dirty="0">
                  <a:latin typeface="Lato Light"/>
                </a:endParaRPr>
              </a:p>
            </p:txBody>
          </p:sp>
        </p:grpSp>
        <p:sp>
          <p:nvSpPr>
            <p:cNvPr id="33" name="TextBox 32">
              <a:extLst>
                <a:ext uri="{FF2B5EF4-FFF2-40B4-BE49-F238E27FC236}">
                  <a16:creationId xmlns:a16="http://schemas.microsoft.com/office/drawing/2014/main" id="{44BEAEF8-91EF-49C8-A667-2BC7D51C2397}"/>
                </a:ext>
              </a:extLst>
            </p:cNvPr>
            <p:cNvSpPr txBox="1"/>
            <p:nvPr/>
          </p:nvSpPr>
          <p:spPr>
            <a:xfrm>
              <a:off x="2391108" y="2996115"/>
              <a:ext cx="1593994" cy="397022"/>
            </a:xfrm>
            <a:prstGeom prst="rect">
              <a:avLst/>
            </a:prstGeom>
            <a:noFill/>
          </p:spPr>
          <p:txBody>
            <a:bodyPr wrap="none" rtlCol="0">
              <a:spAutoFit/>
            </a:bodyPr>
            <a:lstStyle/>
            <a:p>
              <a:pPr/>
              <a:r>
                <a:rPr lang="ru-RU" sz="1000">
                  <a:solidFill>
                    <a:schemeClr val="tx1"/>
                  </a:solidFill>
                  <a:latin typeface="Poppins Light" charset="0"/>
                  <a:ea typeface="Poppins Light" charset="0"/>
                  <a:cs typeface="Poppins Light" charset="0"/>
                </a:rPr>
                <a:t>docker run resense</a:t>
              </a:r>
            </a:p>
          </p:txBody>
        </p:sp>
        <p:sp>
          <p:nvSpPr>
            <p:cNvPr id="34" name="Freeform 29">
              <a:extLst>
                <a:ext uri="{FF2B5EF4-FFF2-40B4-BE49-F238E27FC236}">
                  <a16:creationId xmlns:a16="http://schemas.microsoft.com/office/drawing/2014/main" id="{1C88632E-4E09-404A-9868-C0997FA11EAD}"/>
                </a:ext>
              </a:extLst>
            </p:cNvPr>
            <p:cNvSpPr>
              <a:spLocks noEditPoints="1"/>
            </p:cNvSpPr>
            <p:nvPr/>
          </p:nvSpPr>
          <p:spPr bwMode="auto">
            <a:xfrm>
              <a:off x="2269943" y="3130076"/>
              <a:ext cx="115372" cy="115448"/>
            </a:xfrm>
            <a:custGeom>
              <a:avLst/>
              <a:gdLst>
                <a:gd name="T0" fmla="*/ 0 w 636"/>
                <a:gd name="T1" fmla="*/ 318 h 636"/>
                <a:gd name="T2" fmla="*/ 636 w 636"/>
                <a:gd name="T3" fmla="*/ 318 h 636"/>
                <a:gd name="T4" fmla="*/ 594 w 636"/>
                <a:gd name="T5" fmla="*/ 308 h 636"/>
                <a:gd name="T6" fmla="*/ 448 w 636"/>
                <a:gd name="T7" fmla="*/ 179 h 636"/>
                <a:gd name="T8" fmla="*/ 594 w 636"/>
                <a:gd name="T9" fmla="*/ 308 h 636"/>
                <a:gd name="T10" fmla="*/ 223 w 636"/>
                <a:gd name="T11" fmla="*/ 486 h 636"/>
                <a:gd name="T12" fmla="*/ 308 w 636"/>
                <a:gd name="T13" fmla="*/ 594 h 636"/>
                <a:gd name="T14" fmla="*/ 329 w 636"/>
                <a:gd name="T15" fmla="*/ 42 h 636"/>
                <a:gd name="T16" fmla="*/ 328 w 636"/>
                <a:gd name="T17" fmla="*/ 184 h 636"/>
                <a:gd name="T18" fmla="*/ 329 w 636"/>
                <a:gd name="T19" fmla="*/ 42 h 636"/>
                <a:gd name="T20" fmla="*/ 510 w 636"/>
                <a:gd name="T21" fmla="*/ 119 h 636"/>
                <a:gd name="T22" fmla="*/ 363 w 636"/>
                <a:gd name="T23" fmla="*/ 45 h 636"/>
                <a:gd name="T24" fmla="*/ 308 w 636"/>
                <a:gd name="T25" fmla="*/ 184 h 636"/>
                <a:gd name="T26" fmla="*/ 307 w 636"/>
                <a:gd name="T27" fmla="*/ 42 h 636"/>
                <a:gd name="T28" fmla="*/ 196 w 636"/>
                <a:gd name="T29" fmla="*/ 160 h 636"/>
                <a:gd name="T30" fmla="*/ 273 w 636"/>
                <a:gd name="T31" fmla="*/ 45 h 636"/>
                <a:gd name="T32" fmla="*/ 207 w 636"/>
                <a:gd name="T33" fmla="*/ 186 h 636"/>
                <a:gd name="T34" fmla="*/ 308 w 636"/>
                <a:gd name="T35" fmla="*/ 308 h 636"/>
                <a:gd name="T36" fmla="*/ 207 w 636"/>
                <a:gd name="T37" fmla="*/ 186 h 636"/>
                <a:gd name="T38" fmla="*/ 308 w 636"/>
                <a:gd name="T39" fmla="*/ 452 h 636"/>
                <a:gd name="T40" fmla="*/ 185 w 636"/>
                <a:gd name="T41" fmla="*/ 328 h 636"/>
                <a:gd name="T42" fmla="*/ 273 w 636"/>
                <a:gd name="T43" fmla="*/ 591 h 636"/>
                <a:gd name="T44" fmla="*/ 204 w 636"/>
                <a:gd name="T45" fmla="*/ 493 h 636"/>
                <a:gd name="T46" fmla="*/ 328 w 636"/>
                <a:gd name="T47" fmla="*/ 594 h 636"/>
                <a:gd name="T48" fmla="*/ 413 w 636"/>
                <a:gd name="T49" fmla="*/ 486 h 636"/>
                <a:gd name="T50" fmla="*/ 328 w 636"/>
                <a:gd name="T51" fmla="*/ 594 h 636"/>
                <a:gd name="T52" fmla="*/ 498 w 636"/>
                <a:gd name="T53" fmla="*/ 528 h 636"/>
                <a:gd name="T54" fmla="*/ 432 w 636"/>
                <a:gd name="T55" fmla="*/ 493 h 636"/>
                <a:gd name="T56" fmla="*/ 328 w 636"/>
                <a:gd name="T57" fmla="*/ 452 h 636"/>
                <a:gd name="T58" fmla="*/ 451 w 636"/>
                <a:gd name="T59" fmla="*/ 328 h 636"/>
                <a:gd name="T60" fmla="*/ 328 w 636"/>
                <a:gd name="T61" fmla="*/ 308 h 636"/>
                <a:gd name="T62" fmla="*/ 429 w 636"/>
                <a:gd name="T63" fmla="*/ 186 h 636"/>
                <a:gd name="T64" fmla="*/ 328 w 636"/>
                <a:gd name="T65" fmla="*/ 308 h 636"/>
                <a:gd name="T66" fmla="*/ 188 w 636"/>
                <a:gd name="T67" fmla="*/ 179 h 636"/>
                <a:gd name="T68" fmla="*/ 42 w 636"/>
                <a:gd name="T69" fmla="*/ 308 h 636"/>
                <a:gd name="T70" fmla="*/ 42 w 636"/>
                <a:gd name="T71" fmla="*/ 328 h 636"/>
                <a:gd name="T72" fmla="*/ 195 w 636"/>
                <a:gd name="T73" fmla="*/ 475 h 636"/>
                <a:gd name="T74" fmla="*/ 42 w 636"/>
                <a:gd name="T75" fmla="*/ 328 h 636"/>
                <a:gd name="T76" fmla="*/ 441 w 636"/>
                <a:gd name="T77" fmla="*/ 475 h 636"/>
                <a:gd name="T78" fmla="*/ 594 w 636"/>
                <a:gd name="T79" fmla="*/ 328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36" h="636">
                  <a:moveTo>
                    <a:pt x="318" y="0"/>
                  </a:moveTo>
                  <a:cubicBezTo>
                    <a:pt x="142" y="0"/>
                    <a:pt x="0" y="142"/>
                    <a:pt x="0" y="318"/>
                  </a:cubicBezTo>
                  <a:cubicBezTo>
                    <a:pt x="0" y="494"/>
                    <a:pt x="142" y="636"/>
                    <a:pt x="318" y="636"/>
                  </a:cubicBezTo>
                  <a:cubicBezTo>
                    <a:pt x="494" y="636"/>
                    <a:pt x="636" y="494"/>
                    <a:pt x="636" y="318"/>
                  </a:cubicBezTo>
                  <a:cubicBezTo>
                    <a:pt x="636" y="142"/>
                    <a:pt x="494" y="0"/>
                    <a:pt x="318" y="0"/>
                  </a:cubicBezTo>
                  <a:close/>
                  <a:moveTo>
                    <a:pt x="594" y="308"/>
                  </a:moveTo>
                  <a:cubicBezTo>
                    <a:pt x="471" y="308"/>
                    <a:pt x="471" y="308"/>
                    <a:pt x="471" y="308"/>
                  </a:cubicBezTo>
                  <a:cubicBezTo>
                    <a:pt x="470" y="262"/>
                    <a:pt x="462" y="219"/>
                    <a:pt x="448" y="179"/>
                  </a:cubicBezTo>
                  <a:cubicBezTo>
                    <a:pt x="476" y="168"/>
                    <a:pt x="501" y="152"/>
                    <a:pt x="525" y="134"/>
                  </a:cubicBezTo>
                  <a:cubicBezTo>
                    <a:pt x="566" y="181"/>
                    <a:pt x="592" y="241"/>
                    <a:pt x="594" y="308"/>
                  </a:cubicBezTo>
                  <a:close/>
                  <a:moveTo>
                    <a:pt x="307" y="594"/>
                  </a:moveTo>
                  <a:cubicBezTo>
                    <a:pt x="273" y="566"/>
                    <a:pt x="244" y="529"/>
                    <a:pt x="223" y="486"/>
                  </a:cubicBezTo>
                  <a:cubicBezTo>
                    <a:pt x="250" y="478"/>
                    <a:pt x="278" y="473"/>
                    <a:pt x="308" y="472"/>
                  </a:cubicBezTo>
                  <a:cubicBezTo>
                    <a:pt x="308" y="594"/>
                    <a:pt x="308" y="594"/>
                    <a:pt x="308" y="594"/>
                  </a:cubicBezTo>
                  <a:cubicBezTo>
                    <a:pt x="307" y="594"/>
                    <a:pt x="307" y="594"/>
                    <a:pt x="307" y="594"/>
                  </a:cubicBezTo>
                  <a:close/>
                  <a:moveTo>
                    <a:pt x="329" y="42"/>
                  </a:moveTo>
                  <a:cubicBezTo>
                    <a:pt x="368" y="74"/>
                    <a:pt x="400" y="117"/>
                    <a:pt x="421" y="167"/>
                  </a:cubicBezTo>
                  <a:cubicBezTo>
                    <a:pt x="392" y="177"/>
                    <a:pt x="361" y="183"/>
                    <a:pt x="328" y="184"/>
                  </a:cubicBezTo>
                  <a:cubicBezTo>
                    <a:pt x="328" y="42"/>
                    <a:pt x="328" y="42"/>
                    <a:pt x="328" y="42"/>
                  </a:cubicBezTo>
                  <a:cubicBezTo>
                    <a:pt x="329" y="42"/>
                    <a:pt x="329" y="42"/>
                    <a:pt x="329" y="42"/>
                  </a:cubicBezTo>
                  <a:close/>
                  <a:moveTo>
                    <a:pt x="363" y="45"/>
                  </a:moveTo>
                  <a:cubicBezTo>
                    <a:pt x="420" y="55"/>
                    <a:pt x="471" y="81"/>
                    <a:pt x="510" y="119"/>
                  </a:cubicBezTo>
                  <a:cubicBezTo>
                    <a:pt x="489" y="136"/>
                    <a:pt x="466" y="150"/>
                    <a:pt x="440" y="160"/>
                  </a:cubicBezTo>
                  <a:cubicBezTo>
                    <a:pt x="421" y="116"/>
                    <a:pt x="395" y="77"/>
                    <a:pt x="363" y="45"/>
                  </a:cubicBezTo>
                  <a:close/>
                  <a:moveTo>
                    <a:pt x="308" y="42"/>
                  </a:moveTo>
                  <a:cubicBezTo>
                    <a:pt x="308" y="184"/>
                    <a:pt x="308" y="184"/>
                    <a:pt x="308" y="184"/>
                  </a:cubicBezTo>
                  <a:cubicBezTo>
                    <a:pt x="275" y="183"/>
                    <a:pt x="244" y="177"/>
                    <a:pt x="215" y="167"/>
                  </a:cubicBezTo>
                  <a:cubicBezTo>
                    <a:pt x="236" y="117"/>
                    <a:pt x="268" y="74"/>
                    <a:pt x="307" y="42"/>
                  </a:cubicBezTo>
                  <a:cubicBezTo>
                    <a:pt x="307" y="42"/>
                    <a:pt x="307" y="42"/>
                    <a:pt x="308" y="42"/>
                  </a:cubicBezTo>
                  <a:close/>
                  <a:moveTo>
                    <a:pt x="196" y="160"/>
                  </a:moveTo>
                  <a:cubicBezTo>
                    <a:pt x="171" y="150"/>
                    <a:pt x="147" y="136"/>
                    <a:pt x="126" y="119"/>
                  </a:cubicBezTo>
                  <a:cubicBezTo>
                    <a:pt x="165" y="81"/>
                    <a:pt x="216" y="55"/>
                    <a:pt x="273" y="45"/>
                  </a:cubicBezTo>
                  <a:cubicBezTo>
                    <a:pt x="241" y="77"/>
                    <a:pt x="215" y="116"/>
                    <a:pt x="196" y="160"/>
                  </a:cubicBezTo>
                  <a:close/>
                  <a:moveTo>
                    <a:pt x="207" y="186"/>
                  </a:moveTo>
                  <a:cubicBezTo>
                    <a:pt x="239" y="197"/>
                    <a:pt x="273" y="204"/>
                    <a:pt x="308" y="205"/>
                  </a:cubicBezTo>
                  <a:cubicBezTo>
                    <a:pt x="308" y="308"/>
                    <a:pt x="308" y="308"/>
                    <a:pt x="308" y="308"/>
                  </a:cubicBezTo>
                  <a:cubicBezTo>
                    <a:pt x="185" y="308"/>
                    <a:pt x="185" y="308"/>
                    <a:pt x="185" y="308"/>
                  </a:cubicBezTo>
                  <a:cubicBezTo>
                    <a:pt x="186" y="265"/>
                    <a:pt x="194" y="224"/>
                    <a:pt x="207" y="186"/>
                  </a:cubicBezTo>
                  <a:close/>
                  <a:moveTo>
                    <a:pt x="308" y="328"/>
                  </a:moveTo>
                  <a:cubicBezTo>
                    <a:pt x="308" y="452"/>
                    <a:pt x="308" y="452"/>
                    <a:pt x="308" y="452"/>
                  </a:cubicBezTo>
                  <a:cubicBezTo>
                    <a:pt x="275" y="453"/>
                    <a:pt x="244" y="458"/>
                    <a:pt x="215" y="468"/>
                  </a:cubicBezTo>
                  <a:cubicBezTo>
                    <a:pt x="197" y="425"/>
                    <a:pt x="186" y="378"/>
                    <a:pt x="185" y="328"/>
                  </a:cubicBezTo>
                  <a:lnTo>
                    <a:pt x="308" y="328"/>
                  </a:lnTo>
                  <a:close/>
                  <a:moveTo>
                    <a:pt x="273" y="591"/>
                  </a:moveTo>
                  <a:cubicBezTo>
                    <a:pt x="222" y="582"/>
                    <a:pt x="176" y="560"/>
                    <a:pt x="138" y="528"/>
                  </a:cubicBezTo>
                  <a:cubicBezTo>
                    <a:pt x="158" y="514"/>
                    <a:pt x="180" y="502"/>
                    <a:pt x="204" y="493"/>
                  </a:cubicBezTo>
                  <a:cubicBezTo>
                    <a:pt x="222" y="531"/>
                    <a:pt x="245" y="563"/>
                    <a:pt x="273" y="591"/>
                  </a:cubicBezTo>
                  <a:close/>
                  <a:moveTo>
                    <a:pt x="328" y="594"/>
                  </a:moveTo>
                  <a:cubicBezTo>
                    <a:pt x="328" y="472"/>
                    <a:pt x="328" y="472"/>
                    <a:pt x="328" y="472"/>
                  </a:cubicBezTo>
                  <a:cubicBezTo>
                    <a:pt x="358" y="473"/>
                    <a:pt x="386" y="478"/>
                    <a:pt x="413" y="486"/>
                  </a:cubicBezTo>
                  <a:cubicBezTo>
                    <a:pt x="392" y="529"/>
                    <a:pt x="363" y="566"/>
                    <a:pt x="329" y="594"/>
                  </a:cubicBezTo>
                  <a:cubicBezTo>
                    <a:pt x="329" y="594"/>
                    <a:pt x="329" y="594"/>
                    <a:pt x="328" y="594"/>
                  </a:cubicBezTo>
                  <a:close/>
                  <a:moveTo>
                    <a:pt x="432" y="493"/>
                  </a:moveTo>
                  <a:cubicBezTo>
                    <a:pt x="456" y="502"/>
                    <a:pt x="478" y="514"/>
                    <a:pt x="498" y="528"/>
                  </a:cubicBezTo>
                  <a:cubicBezTo>
                    <a:pt x="460" y="560"/>
                    <a:pt x="414" y="582"/>
                    <a:pt x="363" y="591"/>
                  </a:cubicBezTo>
                  <a:cubicBezTo>
                    <a:pt x="391" y="563"/>
                    <a:pt x="414" y="531"/>
                    <a:pt x="432" y="493"/>
                  </a:cubicBezTo>
                  <a:close/>
                  <a:moveTo>
                    <a:pt x="421" y="468"/>
                  </a:moveTo>
                  <a:cubicBezTo>
                    <a:pt x="392" y="458"/>
                    <a:pt x="361" y="453"/>
                    <a:pt x="328" y="452"/>
                  </a:cubicBezTo>
                  <a:cubicBezTo>
                    <a:pt x="328" y="328"/>
                    <a:pt x="328" y="328"/>
                    <a:pt x="328" y="328"/>
                  </a:cubicBezTo>
                  <a:cubicBezTo>
                    <a:pt x="451" y="328"/>
                    <a:pt x="451" y="328"/>
                    <a:pt x="451" y="328"/>
                  </a:cubicBezTo>
                  <a:cubicBezTo>
                    <a:pt x="450" y="378"/>
                    <a:pt x="439" y="425"/>
                    <a:pt x="421" y="468"/>
                  </a:cubicBezTo>
                  <a:close/>
                  <a:moveTo>
                    <a:pt x="328" y="308"/>
                  </a:moveTo>
                  <a:cubicBezTo>
                    <a:pt x="328" y="205"/>
                    <a:pt x="328" y="205"/>
                    <a:pt x="328" y="205"/>
                  </a:cubicBezTo>
                  <a:cubicBezTo>
                    <a:pt x="363" y="204"/>
                    <a:pt x="397" y="197"/>
                    <a:pt x="429" y="186"/>
                  </a:cubicBezTo>
                  <a:cubicBezTo>
                    <a:pt x="442" y="224"/>
                    <a:pt x="450" y="265"/>
                    <a:pt x="451" y="308"/>
                  </a:cubicBezTo>
                  <a:lnTo>
                    <a:pt x="328" y="308"/>
                  </a:lnTo>
                  <a:close/>
                  <a:moveTo>
                    <a:pt x="111" y="134"/>
                  </a:moveTo>
                  <a:cubicBezTo>
                    <a:pt x="135" y="152"/>
                    <a:pt x="160" y="168"/>
                    <a:pt x="188" y="179"/>
                  </a:cubicBezTo>
                  <a:cubicBezTo>
                    <a:pt x="174" y="219"/>
                    <a:pt x="166" y="262"/>
                    <a:pt x="165" y="308"/>
                  </a:cubicBezTo>
                  <a:cubicBezTo>
                    <a:pt x="42" y="308"/>
                    <a:pt x="42" y="308"/>
                    <a:pt x="42" y="308"/>
                  </a:cubicBezTo>
                  <a:cubicBezTo>
                    <a:pt x="44" y="241"/>
                    <a:pt x="70" y="181"/>
                    <a:pt x="111" y="134"/>
                  </a:cubicBezTo>
                  <a:close/>
                  <a:moveTo>
                    <a:pt x="42" y="328"/>
                  </a:moveTo>
                  <a:cubicBezTo>
                    <a:pt x="165" y="328"/>
                    <a:pt x="165" y="328"/>
                    <a:pt x="165" y="328"/>
                  </a:cubicBezTo>
                  <a:cubicBezTo>
                    <a:pt x="166" y="381"/>
                    <a:pt x="177" y="430"/>
                    <a:pt x="195" y="475"/>
                  </a:cubicBezTo>
                  <a:cubicBezTo>
                    <a:pt x="169" y="485"/>
                    <a:pt x="145" y="498"/>
                    <a:pt x="123" y="514"/>
                  </a:cubicBezTo>
                  <a:cubicBezTo>
                    <a:pt x="75" y="466"/>
                    <a:pt x="44" y="401"/>
                    <a:pt x="42" y="328"/>
                  </a:cubicBezTo>
                  <a:close/>
                  <a:moveTo>
                    <a:pt x="513" y="514"/>
                  </a:moveTo>
                  <a:cubicBezTo>
                    <a:pt x="491" y="498"/>
                    <a:pt x="467" y="485"/>
                    <a:pt x="441" y="475"/>
                  </a:cubicBezTo>
                  <a:cubicBezTo>
                    <a:pt x="459" y="430"/>
                    <a:pt x="470" y="381"/>
                    <a:pt x="471" y="328"/>
                  </a:cubicBezTo>
                  <a:cubicBezTo>
                    <a:pt x="594" y="328"/>
                    <a:pt x="594" y="328"/>
                    <a:pt x="594" y="328"/>
                  </a:cubicBezTo>
                  <a:cubicBezTo>
                    <a:pt x="592" y="401"/>
                    <a:pt x="561" y="466"/>
                    <a:pt x="513" y="514"/>
                  </a:cubicBezTo>
                  <a:close/>
                </a:path>
              </a:pathLst>
            </a:custGeom>
            <a:solidFill>
              <a:schemeClr val="bg1">
                <a:lumMod val="50000"/>
              </a:schemeClr>
            </a:solidFill>
            <a:ln>
              <a:noFill/>
            </a:ln>
          </p:spPr>
          <p:txBody>
            <a:bodyPr vert="horz" wrap="square" lIns="91440" tIns="45720" rIns="91440" bIns="45720" numCol="1" anchor="t" anchorCtr="0" compatLnSpc="1">
              <a:prstTxWarp prst="textNoShape">
                <a:avLst/>
              </a:prstTxWarp>
            </a:bodyPr>
            <a:lstStyle/>
            <a:p>
              <a:endParaRPr lang="id-ID" dirty="0">
                <a:latin typeface="Lato Light"/>
              </a:endParaRPr>
            </a:p>
          </p:txBody>
        </p:sp>
      </p:grpSp>
      <p:sp>
        <p:nvSpPr>
          <p:cNvPr id="7" name="Номер слайда 6">
            <a:extLst>
              <a:ext uri="{FF2B5EF4-FFF2-40B4-BE49-F238E27FC236}">
                <a16:creationId xmlns:a16="http://schemas.microsoft.com/office/drawing/2014/main" id="{EA08EBDD-D3B1-49F6-BC92-38ED9C834091}"/>
              </a:ext>
            </a:extLst>
          </p:cNvPr>
          <p:cNvSpPr>
            <a:spLocks noGrp="1"/>
          </p:cNvSpPr>
          <p:nvPr>
            <p:ph type="sldNum" sz="quarter" idx="4"/>
          </p:nvPr>
        </p:nvSpPr>
        <p:spPr/>
        <p:txBody>
          <a:bodyPr/>
          <a:lstStyle/>
          <a:p>
            <a:fld id="{52DCC5B9-D646-4B76-891F-6FF4E74E9CB4}" type="slidenum">
              <a:rPr lang="ru-RU" smtClean="0">
                <a:solidFill>
                  <a:schemeClr val="accent5"/>
                </a:solidFill>
              </a:rPr>
              <a:pPr/>
              <a:t>27</a:t>
            </a:fld>
            <a:endParaRPr lang="ru-RU" dirty="0">
              <a:solidFill>
                <a:schemeClr val="accent5"/>
              </a:solidFill>
            </a:endParaRPr>
          </a:p>
        </p:txBody>
      </p:sp>
      <p:sp>
        <p:nvSpPr>
          <p:cNvPr id="3" name="Текст 2">
            <a:extLst>
              <a:ext uri="{FF2B5EF4-FFF2-40B4-BE49-F238E27FC236}">
                <a16:creationId xmlns:a16="http://schemas.microsoft.com/office/drawing/2014/main" id="{371A900A-8BF5-4238-B577-5FBBE4A75C43}"/>
              </a:ext>
            </a:extLst>
          </p:cNvPr>
          <p:cNvSpPr>
            <a:spLocks noGrp="1"/>
          </p:cNvSpPr>
          <p:nvPr>
            <p:ph type="body" sz="quarter" idx="15"/>
          </p:nvPr>
        </p:nvSpPr>
        <p:spPr/>
        <p:txBody>
          <a:bodyPr/>
          <a:lstStyle/>
          <a:p>
            <a:pPr/>
            <a:r>
              <a:rPr lang="ru-RU" sz="1400">
                <a:solidFill>
                  <a:schemeClr val="tx1"/>
                </a:solidFill>
              </a:rPr>
              <a:t>Дашборд по статусу ноды: doubleT_obstacle, STOP 56,1 м. Живой поток — через rosbridge.</a:t>
            </a:r>
          </a:p>
        </p:txBody>
      </p:sp>
      <p:sp>
        <p:nvSpPr>
          <p:cNvPr id="4" name="Текст 3">
            <a:extLst>
              <a:ext uri="{FF2B5EF4-FFF2-40B4-BE49-F238E27FC236}">
                <a16:creationId xmlns:a16="http://schemas.microsoft.com/office/drawing/2014/main" id="{735CE154-6330-485C-8E80-D5D601B2BAD6}"/>
              </a:ext>
            </a:extLst>
          </p:cNvPr>
          <p:cNvSpPr>
            <a:spLocks noGrp="1"/>
          </p:cNvSpPr>
          <p:nvPr>
            <p:ph type="body" sz="quarter" idx="16"/>
          </p:nvPr>
        </p:nvSpPr>
        <p:spPr/>
        <p:txBody>
          <a:bodyPr/>
          <a:lstStyle/>
          <a:p>
            <a:pPr/>
            <a:r>
              <a:rPr lang="ru-RU" sz="1400">
                <a:solidFill>
                  <a:schemeClr val="tx1"/>
                </a:solidFill>
              </a:rPr>
              <a:t>Запасной показ: Docker + RViz, STOP около 56 м. Архив 23.09, 69 с; не текущий прогон.</a:t>
            </a:r>
          </a:p>
        </p:txBody>
      </p:sp>
      <p:pic>
        <p:nvPicPr>
          <p:cNvPr id="5" name="Рисунок 4" descr="dashboard-cab-real.png"/>
          <p:cNvPicPr>
            <a:picLocks noGrp="1" noChangeAspect="1"/>
          </p:cNvPicPr>
          <p:nvPr>
            <p:ph type="pic" sz="quarter" idx="14"/>
          </p:nvPr>
        </p:nvPicPr>
        <p:blipFill>
          <a:blip r:embed="rId3"/>
          <a:srcRect t="743" b="743"/>
          <a:stretch>
            <a:fillRect/>
          </a:stretch>
        </p:blipFill>
        <p:spPr/>
      </p:pic>
      <p:pic>
        <p:nvPicPr>
          <p:cNvPr id="6" name="Рисунок 5" descr="docker_chain_rviz.jpg"/>
          <p:cNvPicPr>
            <a:picLocks noGrp="1" noChangeAspect="1"/>
          </p:cNvPicPr>
          <p:nvPr>
            <p:ph type="pic" sz="quarter" idx="18"/>
          </p:nvPr>
        </p:nvPicPr>
        <p:blipFill>
          <a:blip r:embed="rId4"/>
          <a:srcRect t="743" b="743"/>
          <a:stretch>
            <a:fillRect/>
          </a:stretch>
        </p:blipFill>
        <p:spPr/>
      </p:pic>
      <p:sp>
        <p:nvSpPr>
          <p:cNvPr id="55" name="Заголовок 13">
            <a:extLst>
              <a:ext uri="{FF2B5EF4-FFF2-40B4-BE49-F238E27FC236}">
                <a16:creationId xmlns:a16="http://schemas.microsoft.com/office/drawing/2014/main" id="{F83D1BEE-59E5-12AF-CCDA-133537DF5639}"/>
              </a:ext>
            </a:extLst>
          </p:cNvPr>
          <p:cNvSpPr>
            <a:spLocks noGrp="1"/>
          </p:cNvSpPr>
          <p:nvPr>
            <p:ph type="title"/>
          </p:nvPr>
        </p:nvSpPr>
        <p:spPr>
          <a:xfrm>
            <a:off x="525817" y="421226"/>
            <a:ext cx="9862734" cy="376138"/>
          </a:xfrm>
        </p:spPr>
        <p:txBody>
          <a:bodyPr/>
          <a:lstStyle/>
          <a:p>
            <a:pPr/>
            <a:r>
              <a:rPr lang="ru-RU"/>
              <a:t>ДЕМОНСТРАЦИЯ</a:t>
            </a:r>
          </a:p>
        </p:txBody>
      </p:sp>
      <p:sp>
        <p:nvSpPr>
          <p:cNvPr id="56" name="TextBox 55"/>
          <p:cNvSpPr txBox="1"/>
          <p:nvPr/>
        </p:nvSpPr>
        <p:spPr>
          <a:xfrm>
            <a:off x="1210643" y="5640000"/>
            <a:ext cx="9770000" cy="640000"/>
          </a:xfrm>
          <a:prstGeom prst="rect">
            <a:avLst/>
          </a:prstGeom>
          <a:noFill/>
        </p:spPr>
        <p:txBody>
          <a:bodyPr wrap="square" anchor="ctr">
            <a:spAutoFit/>
          </a:bodyPr>
          <a:lstStyle/>
          <a:p>
            <a:pPr algn="ctr"/>
            <a:r>
              <a:rPr lang="ru-RU" b="1" sz="1600">
                <a:solidFill>
                  <a:srgbClr val="520978"/>
                </a:solidFill>
              </a:rPr>
              <a:t>docker load → docker run → ros2 bag play → /resense/decision</a:t>
            </a:r>
          </a:p>
          <a:p>
            <a:pPr algn="ctr">
              <a:spcBef>
                <a:spcPts val="400"/>
              </a:spcBef>
            </a:pPr>
            <a:r>
              <a:rPr lang="ru-RU" sz="1200">
                <a:solidFill>
                  <a:srgbClr val="520978"/>
                </a:solidFill>
              </a:rPr>
              <a:t>или одной командой: scripts/play_bag.sh путь_к_бэгу [--archive resense-image-версия.tar.gz]</a:t>
            </a:r>
          </a:p>
        </p:txBody>
      </p:sp>
      <p:sp>
        <p:nvSpPr>
          <p:cNvPr id="57" name="TextBox 56"/>
          <p:cNvSpPr txBox="1"/>
          <p:nvPr/>
        </p:nvSpPr>
        <p:spPr>
          <a:xfrm>
            <a:off x="10363200" y="0"/>
            <a:ext cx="1706880" cy="201168"/>
          </a:xfrm>
          <a:prstGeom prst="rect">
            <a:avLst/>
          </a:prstGeom>
          <a:noFill/>
        </p:spPr>
        <p:txBody>
          <a:bodyPr wrap="none">
            <a:spAutoFit/>
          </a:bodyPr>
          <a:lstStyle/>
          <a:p>
            <a:pPr algn="l">
              <a:defRPr sz="800" b="0">
                <a:solidFill>
                  <a:srgbClr val="17171C"/>
                </a:solidFill>
                <a:latin typeface="Arial"/>
              </a:defRPr>
            </a:pPr>
            <a:r>
              <a:t>ЧЕРНОВИК/16.10</a:t>
            </a:r>
          </a:p>
        </p:txBody>
      </p:sp>
    </p:spTree>
    <p:extLst>
      <p:ext uri="{BB962C8B-B14F-4D97-AF65-F5344CB8AC3E}">
        <p14:creationId xmlns:p14="http://schemas.microsoft.com/office/powerpoint/2010/main" val="11639643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Скругленный прямоугольник 1">
            <a:extLst>
              <a:ext uri="{FF2B5EF4-FFF2-40B4-BE49-F238E27FC236}">
                <a16:creationId xmlns:a16="http://schemas.microsoft.com/office/drawing/2014/main" id="{E0C4469B-8AAE-7B13-015A-FD424E4F9A97}"/>
              </a:ext>
            </a:extLst>
          </p:cNvPr>
          <p:cNvSpPr/>
          <p:nvPr/>
        </p:nvSpPr>
        <p:spPr>
          <a:xfrm>
            <a:off x="346075" y="324562"/>
            <a:ext cx="3111828" cy="620919"/>
          </a:xfrm>
          <a:prstGeom prst="roundRect">
            <a:avLst>
              <a:gd name="adj" fmla="val 18706"/>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ru-RU" b="1" dirty="0">
              <a:solidFill>
                <a:schemeClr val="accent2"/>
              </a:solidFill>
            </a:endParaRPr>
          </a:p>
        </p:txBody>
      </p:sp>
      <p:sp>
        <p:nvSpPr>
          <p:cNvPr id="17" name="Скругленный прямоугольник 16">
            <a:extLst>
              <a:ext uri="{FF2B5EF4-FFF2-40B4-BE49-F238E27FC236}">
                <a16:creationId xmlns:a16="http://schemas.microsoft.com/office/drawing/2014/main" id="{294820D9-0FE7-A2CD-6EC6-B191A0CD90DC}"/>
              </a:ext>
            </a:extLst>
          </p:cNvPr>
          <p:cNvSpPr/>
          <p:nvPr/>
        </p:nvSpPr>
        <p:spPr>
          <a:xfrm>
            <a:off x="5951744" y="1366423"/>
            <a:ext cx="5905293" cy="791668"/>
          </a:xfrm>
          <a:prstGeom prst="roundRect">
            <a:avLst>
              <a:gd name="adj" fmla="val 16339"/>
            </a:avLst>
          </a:prstGeom>
          <a:solidFill>
            <a:schemeClr val="bg1"/>
          </a:solid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ctr"/>
            <a:endParaRPr lang="ru-RU" b="1" dirty="0">
              <a:solidFill>
                <a:schemeClr val="tx1"/>
              </a:solidFill>
            </a:endParaRPr>
          </a:p>
        </p:txBody>
      </p:sp>
      <p:sp>
        <p:nvSpPr>
          <p:cNvPr id="18" name="Скругленный прямоугольник 17">
            <a:extLst>
              <a:ext uri="{FF2B5EF4-FFF2-40B4-BE49-F238E27FC236}">
                <a16:creationId xmlns:a16="http://schemas.microsoft.com/office/drawing/2014/main" id="{7AE51F4F-C2FB-09FC-6139-35E790E33BDF}"/>
              </a:ext>
            </a:extLst>
          </p:cNvPr>
          <p:cNvSpPr/>
          <p:nvPr/>
        </p:nvSpPr>
        <p:spPr>
          <a:xfrm>
            <a:off x="5951744" y="2377094"/>
            <a:ext cx="5905293" cy="791668"/>
          </a:xfrm>
          <a:prstGeom prst="roundRect">
            <a:avLst>
              <a:gd name="adj" fmla="val 16339"/>
            </a:avLst>
          </a:prstGeom>
          <a:solidFill>
            <a:schemeClr val="bg1"/>
          </a:solid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ctr"/>
            <a:endParaRPr lang="ru-RU" b="1" dirty="0">
              <a:solidFill>
                <a:schemeClr val="tx1"/>
              </a:solidFill>
            </a:endParaRPr>
          </a:p>
        </p:txBody>
      </p:sp>
      <p:sp>
        <p:nvSpPr>
          <p:cNvPr id="19" name="Скругленный прямоугольник 18">
            <a:extLst>
              <a:ext uri="{FF2B5EF4-FFF2-40B4-BE49-F238E27FC236}">
                <a16:creationId xmlns:a16="http://schemas.microsoft.com/office/drawing/2014/main" id="{34B52819-C376-FDAF-2B5B-09C492119CCF}"/>
              </a:ext>
            </a:extLst>
          </p:cNvPr>
          <p:cNvSpPr/>
          <p:nvPr/>
        </p:nvSpPr>
        <p:spPr>
          <a:xfrm>
            <a:off x="5951744" y="3387765"/>
            <a:ext cx="5905293" cy="791668"/>
          </a:xfrm>
          <a:prstGeom prst="roundRect">
            <a:avLst>
              <a:gd name="adj" fmla="val 16339"/>
            </a:avLst>
          </a:prstGeom>
          <a:solidFill>
            <a:schemeClr val="bg1"/>
          </a:solid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ctr"/>
            <a:endParaRPr lang="ru-RU" b="1" dirty="0">
              <a:solidFill>
                <a:schemeClr val="tx1"/>
              </a:solidFill>
            </a:endParaRPr>
          </a:p>
        </p:txBody>
      </p:sp>
      <p:sp>
        <p:nvSpPr>
          <p:cNvPr id="23" name="Скругленный прямоугольник 22">
            <a:extLst>
              <a:ext uri="{FF2B5EF4-FFF2-40B4-BE49-F238E27FC236}">
                <a16:creationId xmlns:a16="http://schemas.microsoft.com/office/drawing/2014/main" id="{6CDADF58-3FDE-0896-F558-2E50261FFD44}"/>
              </a:ext>
            </a:extLst>
          </p:cNvPr>
          <p:cNvSpPr/>
          <p:nvPr/>
        </p:nvSpPr>
        <p:spPr>
          <a:xfrm>
            <a:off x="5951744" y="4398436"/>
            <a:ext cx="5905293" cy="791668"/>
          </a:xfrm>
          <a:prstGeom prst="roundRect">
            <a:avLst>
              <a:gd name="adj" fmla="val 16339"/>
            </a:avLst>
          </a:prstGeom>
          <a:solidFill>
            <a:schemeClr val="bg1"/>
          </a:solid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ctr"/>
            <a:endParaRPr lang="ru-RU" b="1" dirty="0">
              <a:solidFill>
                <a:schemeClr val="tx1"/>
              </a:solidFill>
            </a:endParaRPr>
          </a:p>
        </p:txBody>
      </p:sp>
      <p:sp>
        <p:nvSpPr>
          <p:cNvPr id="24" name="Скругленный прямоугольник 23">
            <a:extLst>
              <a:ext uri="{FF2B5EF4-FFF2-40B4-BE49-F238E27FC236}">
                <a16:creationId xmlns:a16="http://schemas.microsoft.com/office/drawing/2014/main" id="{CD942BE0-7170-CE73-83AB-4505964EB89D}"/>
              </a:ext>
            </a:extLst>
          </p:cNvPr>
          <p:cNvSpPr/>
          <p:nvPr/>
        </p:nvSpPr>
        <p:spPr>
          <a:xfrm>
            <a:off x="5951744" y="5409107"/>
            <a:ext cx="5905293" cy="791668"/>
          </a:xfrm>
          <a:prstGeom prst="roundRect">
            <a:avLst>
              <a:gd name="adj" fmla="val 16339"/>
            </a:avLst>
          </a:prstGeom>
          <a:solidFill>
            <a:schemeClr val="bg1"/>
          </a:solid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ctr"/>
            <a:endParaRPr lang="ru-RU" b="1" dirty="0">
              <a:solidFill>
                <a:schemeClr val="tx1"/>
              </a:solidFill>
            </a:endParaRPr>
          </a:p>
        </p:txBody>
      </p:sp>
      <p:sp>
        <p:nvSpPr>
          <p:cNvPr id="15" name="Скругленный прямоугольник 14">
            <a:extLst>
              <a:ext uri="{FF2B5EF4-FFF2-40B4-BE49-F238E27FC236}">
                <a16:creationId xmlns:a16="http://schemas.microsoft.com/office/drawing/2014/main" id="{BF0860DA-9B9B-19E2-49DF-A8EDAA7C2B5F}"/>
              </a:ext>
            </a:extLst>
          </p:cNvPr>
          <p:cNvSpPr/>
          <p:nvPr/>
        </p:nvSpPr>
        <p:spPr>
          <a:xfrm>
            <a:off x="346076" y="1366423"/>
            <a:ext cx="5389562" cy="4834352"/>
          </a:xfrm>
          <a:prstGeom prst="roundRect">
            <a:avLst>
              <a:gd name="adj" fmla="val 2919"/>
            </a:avLst>
          </a:prstGeom>
          <a:solidFill>
            <a:schemeClr val="bg1"/>
          </a:solid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ctr"/>
            <a:endParaRPr lang="ru-RU" b="1" dirty="0">
              <a:solidFill>
                <a:schemeClr val="tx1"/>
              </a:solidFill>
            </a:endParaRPr>
          </a:p>
        </p:txBody>
      </p:sp>
      <p:sp>
        <p:nvSpPr>
          <p:cNvPr id="4" name="Текст 3">
            <a:extLst>
              <a:ext uri="{FF2B5EF4-FFF2-40B4-BE49-F238E27FC236}">
                <a16:creationId xmlns:a16="http://schemas.microsoft.com/office/drawing/2014/main" id="{3C3F7DC2-0D9C-407C-98AC-5F3AD231C5C8}"/>
              </a:ext>
            </a:extLst>
          </p:cNvPr>
          <p:cNvSpPr>
            <a:spLocks noGrp="1"/>
          </p:cNvSpPr>
          <p:nvPr>
            <p:ph type="body" sz="quarter" idx="14"/>
          </p:nvPr>
        </p:nvSpPr>
        <p:spPr>
          <a:xfrm>
            <a:off x="623887" y="1732103"/>
            <a:ext cx="4734175" cy="4139307"/>
          </a:xfrm>
          <a:noFill/>
          <a:ln>
            <a:noFill/>
          </a:ln>
        </p:spPr>
        <p:txBody>
          <a:bodyPr>
            <a:normAutofit/>
          </a:bodyPr>
          <a:lstStyle/>
          <a:p>
            <a:pPr algn="l" marL="0" indent="0">
              <a:buNone/>
            </a:pPr>
            <a:r>
              <a:rPr lang="ru-RU" sz="3600" b="1">
                <a:solidFill>
                  <a:srgbClr val="FF0053"/>
                </a:solidFill>
              </a:rPr>
              <a:t>13 759</a:t>
            </a:r>
          </a:p>
          <a:p>
            <a:pPr algn="l" marL="0" indent="0">
              <a:buNone/>
            </a:pPr>
            <a:r>
              <a:rPr lang="ru-RU" sz="1300">
                <a:solidFill>
                  <a:srgbClr val="1C1D22"/>
                </a:solidFill>
              </a:rPr>
              <a:t>реальных кадров · кэш шлюза 29.09</a:t>
            </a:r>
          </a:p>
          <a:p>
            <a:pPr algn="l" marL="0" indent="0">
              <a:spcBef>
                <a:spcPts val="1400"/>
              </a:spcBef>
              <a:buNone/>
            </a:pPr>
            <a:r>
              <a:rPr lang="ru-RU" sz="3600" b="1">
                <a:solidFill>
                  <a:srgbClr val="FF0053"/>
                </a:solidFill>
              </a:rPr>
              <a:t>61 из 61</a:t>
            </a:r>
          </a:p>
          <a:p>
            <a:pPr algn="l" marL="0" indent="0">
              <a:buNone/>
            </a:pPr>
            <a:r>
              <a:rPr lang="ru-RU" sz="1300">
                <a:solidFill>
                  <a:srgbClr val="1C1D22"/>
                </a:solidFill>
              </a:rPr>
              <a:t>кадра с человеком в габарите</a:t>
            </a:r>
          </a:p>
          <a:p>
            <a:pPr algn="l" marL="0" indent="0">
              <a:spcBef>
                <a:spcPts val="1400"/>
              </a:spcBef>
              <a:buNone/>
            </a:pPr>
            <a:r>
              <a:rPr lang="ru-RU" sz="3600" b="1">
                <a:solidFill>
                  <a:srgbClr val="FF0053"/>
                </a:solidFill>
              </a:rPr>
              <a:t>2,1 на км</a:t>
            </a:r>
          </a:p>
          <a:p>
            <a:pPr algn="l" marL="0" indent="0">
              <a:buNone/>
            </a:pPr>
            <a:r>
              <a:rPr lang="ru-RU" sz="1300">
                <a:solidFill>
                  <a:srgbClr val="1C1D22"/>
                </a:solidFill>
              </a:rPr>
              <a:t>события на кэше (27 за 13 км), в выборке; не node-path</a:t>
            </a:r>
          </a:p>
        </p:txBody>
      </p:sp>
      <p:sp>
        <p:nvSpPr>
          <p:cNvPr id="5" name="Текст 4">
            <a:extLst>
              <a:ext uri="{FF2B5EF4-FFF2-40B4-BE49-F238E27FC236}">
                <a16:creationId xmlns:a16="http://schemas.microsoft.com/office/drawing/2014/main" id="{8A2E8600-6DC7-42A4-BAB0-32ECA492CE0A}"/>
              </a:ext>
            </a:extLst>
          </p:cNvPr>
          <p:cNvSpPr>
            <a:spLocks noGrp="1"/>
          </p:cNvSpPr>
          <p:nvPr>
            <p:ph type="body" sz="quarter" idx="15"/>
          </p:nvPr>
        </p:nvSpPr>
        <p:spPr>
          <a:xfrm>
            <a:off x="6172730" y="1445505"/>
            <a:ext cx="5460470" cy="600112"/>
          </a:xfrm>
          <a:noFill/>
          <a:ln>
            <a:noFill/>
          </a:ln>
        </p:spPr>
        <p:txBody>
          <a:bodyPr/>
          <a:lstStyle/>
          <a:p>
            <a:pPr marL="0" indent="0">
              <a:buNone/>
            </a:pPr>
            <a:r>
              <a:rPr lang="ru-RU" b="1" sz="1200">
                <a:solidFill>
                  <a:schemeClr val="tx1"/>
                </a:solidFill>
              </a:rPr>
              <a:t>Реальное:</a:t>
            </a:r>
            <a:r>
              <a:rPr lang="ru-RU" sz="1200">
                <a:solidFill>
                  <a:schemeClr val="tx1"/>
                </a:solidFill>
              </a:rPr>
              <a:t xml:space="preserve"> STOP 193 из 201</a:t>
            </a:r>
          </a:p>
        </p:txBody>
      </p:sp>
      <p:sp>
        <p:nvSpPr>
          <p:cNvPr id="6" name="Текст 5">
            <a:extLst>
              <a:ext uri="{FF2B5EF4-FFF2-40B4-BE49-F238E27FC236}">
                <a16:creationId xmlns:a16="http://schemas.microsoft.com/office/drawing/2014/main" id="{F517FCEF-DEC9-4794-B46E-21961558A7C8}"/>
              </a:ext>
            </a:extLst>
          </p:cNvPr>
          <p:cNvSpPr>
            <a:spLocks noGrp="1"/>
          </p:cNvSpPr>
          <p:nvPr>
            <p:ph type="body" sz="quarter" idx="16"/>
          </p:nvPr>
        </p:nvSpPr>
        <p:spPr>
          <a:xfrm>
            <a:off x="6172730" y="2472872"/>
            <a:ext cx="5460470" cy="600112"/>
          </a:xfrm>
          <a:noFill/>
          <a:ln>
            <a:noFill/>
          </a:ln>
        </p:spPr>
        <p:txBody>
          <a:bodyPr/>
          <a:lstStyle/>
          <a:p>
            <a:pPr marL="0" indent="0">
              <a:buNone/>
            </a:pPr>
            <a:r>
              <a:rPr lang="ru-RU" b="1" sz="1200">
                <a:solidFill>
                  <a:schemeClr val="tx1"/>
                </a:solidFill>
              </a:rPr>
              <a:t>Пять пустых записей:</a:t>
            </a:r>
            <a:r>
              <a:rPr lang="ru-RU" sz="1200">
                <a:solidFill>
                  <a:schemeClr val="tx1"/>
                </a:solidFill>
              </a:rPr>
              <a:t xml:space="preserve"> 8 событий на кэше</a:t>
            </a:r>
          </a:p>
        </p:txBody>
      </p:sp>
      <p:sp>
        <p:nvSpPr>
          <p:cNvPr id="7" name="Текст 6">
            <a:extLst>
              <a:ext uri="{FF2B5EF4-FFF2-40B4-BE49-F238E27FC236}">
                <a16:creationId xmlns:a16="http://schemas.microsoft.com/office/drawing/2014/main" id="{236B8339-2490-447D-B543-1CC15487D82C}"/>
              </a:ext>
            </a:extLst>
          </p:cNvPr>
          <p:cNvSpPr>
            <a:spLocks noGrp="1"/>
          </p:cNvSpPr>
          <p:nvPr>
            <p:ph type="body" sz="quarter" idx="17"/>
          </p:nvPr>
        </p:nvSpPr>
        <p:spPr>
          <a:xfrm>
            <a:off x="6172730" y="3485922"/>
            <a:ext cx="5460470" cy="600112"/>
          </a:xfrm>
          <a:noFill/>
          <a:ln>
            <a:noFill/>
          </a:ln>
        </p:spPr>
        <p:txBody>
          <a:bodyPr/>
          <a:lstStyle/>
          <a:p>
            <a:pPr marL="0" indent="0">
              <a:buNone/>
            </a:pPr>
            <a:r>
              <a:rPr lang="ru-RU" b="1" sz="1200">
                <a:solidFill>
                  <a:schemeClr val="tx1"/>
                </a:solidFill>
              </a:rPr>
              <a:t>Синтетика организаторов:</a:t>
            </a:r>
            <a:r>
              <a:rPr lang="ru-RU" sz="1200">
                <a:solidFill>
                  <a:schemeClr val="tx1"/>
                </a:solidFill>
              </a:rPr>
              <a:t xml:space="preserve"> STOP у 8 из 8</a:t>
            </a:r>
          </a:p>
        </p:txBody>
      </p:sp>
      <p:sp>
        <p:nvSpPr>
          <p:cNvPr id="8" name="Текст 7">
            <a:extLst>
              <a:ext uri="{FF2B5EF4-FFF2-40B4-BE49-F238E27FC236}">
                <a16:creationId xmlns:a16="http://schemas.microsoft.com/office/drawing/2014/main" id="{240FC05B-8F07-40FA-BE0D-2235F9DDDAB2}"/>
              </a:ext>
            </a:extLst>
          </p:cNvPr>
          <p:cNvSpPr>
            <a:spLocks noGrp="1"/>
          </p:cNvSpPr>
          <p:nvPr>
            <p:ph type="body" sz="quarter" idx="18"/>
          </p:nvPr>
        </p:nvSpPr>
        <p:spPr>
          <a:xfrm>
            <a:off x="6172730" y="4496593"/>
            <a:ext cx="5460470" cy="600112"/>
          </a:xfrm>
          <a:noFill/>
          <a:ln>
            <a:noFill/>
          </a:ln>
        </p:spPr>
        <p:txBody>
          <a:bodyPr/>
          <a:lstStyle/>
          <a:p>
            <a:pPr marL="0" indent="0">
              <a:buNone/>
            </a:pPr>
            <a:r>
              <a:rPr lang="ru-RU" b="1" sz="1200">
                <a:solidFill>
                  <a:schemeClr val="tx1"/>
                </a:solidFill>
              </a:rPr>
              <a:t>13.10, node-path:</a:t>
            </a:r>
            <a:r>
              <a:rPr lang="ru-RU" sz="1200">
                <a:solidFill>
                  <a:schemeClr val="tx1"/>
                </a:solidFill>
              </a:rPr>
              <a:t xml:space="preserve"> поездка ≈2,5 эпизода/км</a:t>
            </a:r>
          </a:p>
        </p:txBody>
      </p:sp>
      <p:sp>
        <p:nvSpPr>
          <p:cNvPr id="9" name="Текст 8">
            <a:extLst>
              <a:ext uri="{FF2B5EF4-FFF2-40B4-BE49-F238E27FC236}">
                <a16:creationId xmlns:a16="http://schemas.microsoft.com/office/drawing/2014/main" id="{D049C016-4655-4C58-B392-FD255E0A768B}"/>
              </a:ext>
            </a:extLst>
          </p:cNvPr>
          <p:cNvSpPr>
            <a:spLocks noGrp="1"/>
          </p:cNvSpPr>
          <p:nvPr>
            <p:ph type="body" sz="quarter" idx="19"/>
          </p:nvPr>
        </p:nvSpPr>
        <p:spPr>
          <a:xfrm>
            <a:off x="6172730" y="5516924"/>
            <a:ext cx="5460470" cy="600112"/>
          </a:xfrm>
          <a:noFill/>
          <a:ln>
            <a:noFill/>
          </a:ln>
        </p:spPr>
        <p:txBody>
          <a:bodyPr/>
          <a:lstStyle/>
          <a:p>
            <a:pPr marL="0" indent="0">
              <a:buNone/>
            </a:pPr>
            <a:r>
              <a:rPr lang="ru-RU" b="1" sz="1200">
                <a:solidFill>
                  <a:schemeClr val="tx1"/>
                </a:solidFill>
              </a:rPr>
              <a:t>13.10, 4 vCPU, нода 360°:</a:t>
            </a:r>
            <a:r>
              <a:rPr lang="ru-RU" sz="1200">
                <a:solidFill>
                  <a:schemeClr val="tx1"/>
                </a:solidFill>
              </a:rPr>
              <a:t xml:space="preserve"> p95 111 мс</a:t>
            </a:r>
          </a:p>
        </p:txBody>
      </p:sp>
      <p:sp>
        <p:nvSpPr>
          <p:cNvPr id="10" name="Номер слайда 9">
            <a:extLst>
              <a:ext uri="{FF2B5EF4-FFF2-40B4-BE49-F238E27FC236}">
                <a16:creationId xmlns:a16="http://schemas.microsoft.com/office/drawing/2014/main" id="{366E9534-A66A-4DF6-B8DA-1E6D8E4438FA}"/>
              </a:ext>
            </a:extLst>
          </p:cNvPr>
          <p:cNvSpPr>
            <a:spLocks noGrp="1"/>
          </p:cNvSpPr>
          <p:nvPr>
            <p:ph type="sldNum" sz="quarter" idx="4294967295"/>
          </p:nvPr>
        </p:nvSpPr>
        <p:spPr>
          <a:xfrm>
            <a:off x="11633200" y="6356350"/>
            <a:ext cx="558800" cy="365125"/>
          </a:xfrm>
        </p:spPr>
        <p:txBody>
          <a:bodyPr/>
          <a:lstStyle/>
          <a:p>
            <a:fld id="{52DCC5B9-D646-4B76-891F-6FF4E74E9CB4}" type="slidenum">
              <a:rPr lang="ru-RU" smtClean="0">
                <a:solidFill>
                  <a:schemeClr val="accent5"/>
                </a:solidFill>
              </a:rPr>
              <a:pPr/>
              <a:t>20</a:t>
            </a:fld>
            <a:endParaRPr lang="ru-RU" dirty="0">
              <a:solidFill>
                <a:schemeClr val="accent5"/>
              </a:solidFill>
            </a:endParaRPr>
          </a:p>
        </p:txBody>
      </p:sp>
      <p:sp>
        <p:nvSpPr>
          <p:cNvPr id="14" name="Заголовок 13">
            <a:extLst>
              <a:ext uri="{FF2B5EF4-FFF2-40B4-BE49-F238E27FC236}">
                <a16:creationId xmlns:a16="http://schemas.microsoft.com/office/drawing/2014/main" id="{B16985B0-3ABD-CE1B-A2A5-B042F5A019B5}"/>
              </a:ext>
            </a:extLst>
          </p:cNvPr>
          <p:cNvSpPr>
            <a:spLocks noGrp="1"/>
          </p:cNvSpPr>
          <p:nvPr>
            <p:ph type="title"/>
          </p:nvPr>
        </p:nvSpPr>
        <p:spPr>
          <a:xfrm>
            <a:off x="525817" y="421226"/>
            <a:ext cx="9862734" cy="376138"/>
          </a:xfrm>
        </p:spPr>
        <p:txBody>
          <a:bodyPr/>
          <a:lstStyle/>
          <a:p>
            <a:pPr/>
            <a:r>
              <a:rPr lang="ru-RU"/>
              <a:t>РЕЗУЛЬТАТЫ</a:t>
            </a:r>
          </a:p>
        </p:txBody>
      </p:sp>
      <p:sp>
        <p:nvSpPr>
          <p:cNvPr id="25" name="TextBox 24"/>
          <p:cNvSpPr txBox="1"/>
          <p:nvPr/>
        </p:nvSpPr>
        <p:spPr>
          <a:xfrm>
            <a:off x="10363200" y="0"/>
            <a:ext cx="1706880" cy="201168"/>
          </a:xfrm>
          <a:prstGeom prst="rect">
            <a:avLst/>
          </a:prstGeom>
          <a:noFill/>
        </p:spPr>
        <p:txBody>
          <a:bodyPr wrap="none">
            <a:spAutoFit/>
          </a:bodyPr>
          <a:lstStyle/>
          <a:p>
            <a:pPr algn="l">
              <a:defRPr sz="800" b="0">
                <a:solidFill>
                  <a:srgbClr val="17171C"/>
                </a:solidFill>
                <a:latin typeface="Arial"/>
              </a:defRPr>
            </a:pPr>
            <a:r>
              <a:t>ЧЕРНОВИК/16.10</a:t>
            </a:r>
          </a:p>
        </p:txBody>
      </p:sp>
    </p:spTree>
    <p:extLst>
      <p:ext uri="{BB962C8B-B14F-4D97-AF65-F5344CB8AC3E}">
        <p14:creationId xmlns:p14="http://schemas.microsoft.com/office/powerpoint/2010/main" val="10698951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87680" y="205740"/>
            <a:ext cx="11216640" cy="685800"/>
          </a:xfrm>
          <a:prstGeom prst="rect">
            <a:avLst/>
          </a:prstGeom>
          <a:noFill/>
        </p:spPr>
        <p:txBody>
          <a:bodyPr wrap="none">
            <a:spAutoFit/>
          </a:bodyPr>
          <a:lstStyle/>
          <a:p>
            <a:pPr algn="l">
              <a:defRPr sz="2600" b="1">
                <a:solidFill>
                  <a:srgbClr val="17171C"/>
                </a:solidFill>
                <a:latin typeface="Arial"/>
              </a:defRPr>
            </a:pPr>
            <a:r>
              <a:t>ДАЛЬНОСТЬ · X1</a:t>
            </a:r>
          </a:p>
        </p:txBody>
      </p:sp>
      <p:pic>
        <p:nvPicPr>
          <p:cNvPr id="3" name="Picture 2" descr="range-x1.png"/>
          <p:cNvPicPr>
            <a:picLocks noChangeAspect="1"/>
          </p:cNvPicPr>
          <p:nvPr/>
        </p:nvPicPr>
        <p:blipFill>
          <a:blip r:embed="rId5"/>
          <a:stretch>
            <a:fillRect/>
          </a:stretch>
        </p:blipFill>
        <p:spPr>
          <a:xfrm>
            <a:off x="365760" y="1165860"/>
            <a:ext cx="11460480" cy="4457700"/>
          </a:xfrm>
          <a:prstGeom prst="rect">
            <a:avLst/>
          </a:prstGeom>
        </p:spPr>
      </p:pic>
      <p:sp>
        <p:nvSpPr>
          <p:cNvPr id="4" name="TextBox 3"/>
          <p:cNvSpPr txBox="1"/>
          <p:nvPr/>
        </p:nvSpPr>
        <p:spPr>
          <a:xfrm>
            <a:off x="487680" y="5760720"/>
            <a:ext cx="11216640" cy="960120"/>
          </a:xfrm>
          <a:prstGeom prst="rect">
            <a:avLst/>
          </a:prstGeom>
          <a:noFill/>
        </p:spPr>
        <p:txBody>
          <a:bodyPr wrap="none">
            <a:spAutoFit/>
          </a:bodyPr>
          <a:lstStyle/>
          <a:p>
            <a:pPr algn="l">
              <a:defRPr sz="1200" b="0">
                <a:solidFill>
                  <a:srgbClr val="17171C"/>
                </a:solidFill>
                <a:latin typeface="Arial"/>
              </a:defRPr>
            </a:pPr>
            <a:r>
              <a:t>ЧЕРНОВИК 1.1.0 · синтетика, in-sample · node-path</a:t>
            </a:r>
          </a:p>
        </p:txBody>
      </p:sp>
      <p:sp>
        <p:nvSpPr>
          <p:cNvPr id="5" name="TextBox 4"/>
          <p:cNvSpPr txBox="1"/>
          <p:nvPr/>
        </p:nvSpPr>
        <p:spPr>
          <a:xfrm>
            <a:off x="10363200" y="0"/>
            <a:ext cx="1706880" cy="201168"/>
          </a:xfrm>
          <a:prstGeom prst="rect">
            <a:avLst/>
          </a:prstGeom>
          <a:noFill/>
        </p:spPr>
        <p:txBody>
          <a:bodyPr wrap="none">
            <a:spAutoFit/>
          </a:bodyPr>
          <a:lstStyle/>
          <a:p>
            <a:pPr algn="l">
              <a:defRPr sz="800" b="0">
                <a:solidFill>
                  <a:srgbClr val="17171C"/>
                </a:solidFill>
                <a:latin typeface="Arial"/>
              </a:defRPr>
            </a:pPr>
            <a:r>
              <a:t>ЧЕРНОВИК/16.10</a:t>
            </a:r>
          </a:p>
        </p:txBody>
      </p:sp>
    </p:spTree>
    <p:extLst>
      <p:ext uri="{BB962C8B-B14F-4D97-AF65-F5344CB8AC3E}">
        <p14:creationId xmlns:p14="http://schemas.microsoft.com/office/powerpoint/2010/main" val="1199786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600" cy="731520"/>
          </a:xfrm>
          <a:prstGeom prst="rect">
            <a:avLst/>
          </a:prstGeom>
          <a:noFill/>
        </p:spPr>
        <p:txBody>
          <a:bodyPr wrap="none">
            <a:spAutoFit/>
          </a:bodyPr>
          <a:lstStyle/>
          <a:p>
            <a:pPr algn="l">
              <a:defRPr sz="2800" b="1">
                <a:solidFill>
                  <a:srgbClr val="17171C"/>
                </a:solidFill>
                <a:latin typeface="Arial"/>
              </a:defRPr>
            </a:pPr>
            <a:r>
              <a:t>ОБЪЕКТЫ ОРГАНИЗАТОРОВ</a:t>
            </a:r>
          </a:p>
        </p:txBody>
      </p:sp>
      <p:sp>
        <p:nvSpPr>
          <p:cNvPr id="3" name="TextBox 2"/>
          <p:cNvSpPr txBox="1"/>
          <p:nvPr/>
        </p:nvSpPr>
        <p:spPr>
          <a:xfrm>
            <a:off x="548640" y="1371600"/>
            <a:ext cx="11094720" cy="2743200"/>
          </a:xfrm>
          <a:prstGeom prst="rect">
            <a:avLst/>
          </a:prstGeom>
          <a:noFill/>
        </p:spPr>
        <p:txBody>
          <a:bodyPr wrap="none">
            <a:spAutoFit/>
          </a:bodyPr>
          <a:lstStyle/>
          <a:p>
            <a:pPr algn="l">
              <a:defRPr sz="2600" b="0">
                <a:solidFill>
                  <a:srgbClr val="17171C"/>
                </a:solidFill>
                <a:latin typeface="Arial"/>
              </a:defRPr>
            </a:pPr>
            <a:r>
              <a:t>Краевой ящик 2 м: первый STOP 28.2 м</a:t>
            </a:r>
          </a:p>
          <a:p>
            <a:pPr algn="l">
              <a:defRPr sz="2600" b="0">
                <a:solidFill>
                  <a:srgbClr val="17171C"/>
                </a:solidFill>
                <a:latin typeface="Arial"/>
              </a:defRPr>
            </a:pPr>
          </a:p>
          <a:p>
            <a:pPr algn="l">
              <a:defRPr sz="2600" b="0">
                <a:solidFill>
                  <a:srgbClr val="17171C"/>
                </a:solidFill>
                <a:latin typeface="Arial"/>
              </a:defRPr>
            </a:pPr>
            <a:r>
              <a:t>Доска на рельсах: первый STOP 89.0 м</a:t>
            </a:r>
          </a:p>
          <a:p>
            <a:pPr algn="l">
              <a:defRPr sz="2600" b="0">
                <a:solidFill>
                  <a:srgbClr val="17171C"/>
                </a:solidFill>
                <a:latin typeface="Arial"/>
              </a:defRPr>
            </a:pPr>
          </a:p>
          <a:p>
            <a:pPr algn="l">
              <a:defRPr sz="2600" b="0">
                <a:solidFill>
                  <a:srgbClr val="17171C"/>
                </a:solidFill>
                <a:latin typeface="Arial"/>
              </a:defRPr>
            </a:pPr>
            <a:r>
              <a:t>Ящик сверху габарита: первый STOP 111.4 м</a:t>
            </a:r>
          </a:p>
        </p:txBody>
      </p:sp>
      <p:sp>
        <p:nvSpPr>
          <p:cNvPr id="4" name="TextBox 3"/>
          <p:cNvSpPr txBox="1"/>
          <p:nvPr/>
        </p:nvSpPr>
        <p:spPr>
          <a:xfrm>
            <a:off x="548640" y="5760720"/>
            <a:ext cx="11094720" cy="914400"/>
          </a:xfrm>
          <a:prstGeom prst="rect">
            <a:avLst/>
          </a:prstGeom>
          <a:noFill/>
        </p:spPr>
        <p:txBody>
          <a:bodyPr wrap="none">
            <a:spAutoFit/>
          </a:bodyPr>
          <a:lstStyle/>
          <a:p>
            <a:pPr algn="l">
              <a:defRPr sz="1600" b="0">
                <a:solidFill>
                  <a:srgbClr val="17171C"/>
                </a:solidFill>
                <a:latin typeface="Arial"/>
              </a:defRPr>
            </a:pPr>
            <a:r>
              <a:t>ЧЕРНОВИК 1.1.0 · node-path · синтетика, in-sample</a:t>
            </a:r>
          </a:p>
          <a:p>
            <a:pPr algn="l">
              <a:defRPr sz="1600" b="0">
                <a:solidFill>
                  <a:srgbClr val="17171C"/>
                </a:solidFill>
                <a:latin typeface="Arial"/>
              </a:defRPr>
            </a:pPr>
            <a:r>
              <a:t>Округлённо: 28 м / 89 м / 111,4 м. Не гарантированная дальность.</a:t>
            </a:r>
          </a:p>
        </p:txBody>
      </p:sp>
      <p:sp>
        <p:nvSpPr>
          <p:cNvPr id="5" name="TextBox 4"/>
          <p:cNvSpPr txBox="1"/>
          <p:nvPr/>
        </p:nvSpPr>
        <p:spPr>
          <a:xfrm>
            <a:off x="10363200" y="0"/>
            <a:ext cx="1706880" cy="201168"/>
          </a:xfrm>
          <a:prstGeom prst="rect">
            <a:avLst/>
          </a:prstGeom>
          <a:noFill/>
        </p:spPr>
        <p:txBody>
          <a:bodyPr wrap="none">
            <a:spAutoFit/>
          </a:bodyPr>
          <a:lstStyle/>
          <a:p>
            <a:pPr algn="l">
              <a:defRPr sz="800" b="0">
                <a:solidFill>
                  <a:srgbClr val="17171C"/>
                </a:solidFill>
                <a:latin typeface="Arial"/>
              </a:defRPr>
            </a:pPr>
            <a:r>
              <a:t>ЧЕРНОВИК/16.10</a:t>
            </a:r>
          </a:p>
        </p:txBody>
      </p:sp>
    </p:spTree>
    <p:extLst>
      <p:ext uri="{BB962C8B-B14F-4D97-AF65-F5344CB8AC3E}">
        <p14:creationId xmlns:p14="http://schemas.microsoft.com/office/powerpoint/2010/main" val="1313231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AD51DE2-6F1E-2FB8-52A8-A597ED4D8FF9}"/>
            </a:ext>
          </a:extLst>
        </p:cNvPr>
        <p:cNvGrpSpPr/>
        <p:nvPr/>
      </p:nvGrpSpPr>
      <p:grpSpPr>
        <a:xfrm>
          <a:off x="0" y="0"/>
          <a:ext cx="0" cy="0"/>
          <a:chOff x="0" y="0"/>
          <a:chExt cx="0" cy="0"/>
        </a:xfrm>
      </p:grpSpPr>
      <p:sp>
        <p:nvSpPr>
          <p:cNvPr id="10" name="Скругленный прямоугольник 9">
            <a:extLst>
              <a:ext uri="{FF2B5EF4-FFF2-40B4-BE49-F238E27FC236}">
                <a16:creationId xmlns:a16="http://schemas.microsoft.com/office/drawing/2014/main" id="{99639827-4B20-41B4-B9A5-E5F859569F5A}"/>
              </a:ext>
            </a:extLst>
          </p:cNvPr>
          <p:cNvSpPr/>
          <p:nvPr/>
        </p:nvSpPr>
        <p:spPr>
          <a:xfrm>
            <a:off x="346075" y="324562"/>
            <a:ext cx="3111828" cy="620919"/>
          </a:xfrm>
          <a:prstGeom prst="roundRect">
            <a:avLst>
              <a:gd name="adj" fmla="val 1870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ru-RU" b="1" dirty="0">
              <a:solidFill>
                <a:schemeClr val="accent2"/>
              </a:solidFill>
            </a:endParaRPr>
          </a:p>
        </p:txBody>
      </p:sp>
      <p:sp>
        <p:nvSpPr>
          <p:cNvPr id="23" name="Скругленный прямоугольник 22">
            <a:extLst>
              <a:ext uri="{FF2B5EF4-FFF2-40B4-BE49-F238E27FC236}">
                <a16:creationId xmlns:a16="http://schemas.microsoft.com/office/drawing/2014/main" id="{8EE648F1-70BD-354A-6DAE-07E6E3044DC8}"/>
              </a:ext>
            </a:extLst>
          </p:cNvPr>
          <p:cNvSpPr/>
          <p:nvPr/>
        </p:nvSpPr>
        <p:spPr>
          <a:xfrm>
            <a:off x="3288425" y="1522006"/>
            <a:ext cx="2672801" cy="4678769"/>
          </a:xfrm>
          <a:prstGeom prst="roundRect">
            <a:avLst>
              <a:gd name="adj" fmla="val 9821"/>
            </a:avLst>
          </a:prstGeom>
          <a:solidFill>
            <a:schemeClr val="bg1"/>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ctr"/>
            <a:endParaRPr lang="ru-RU" b="1" dirty="0">
              <a:solidFill>
                <a:schemeClr val="accent2"/>
              </a:solidFill>
            </a:endParaRPr>
          </a:p>
        </p:txBody>
      </p:sp>
      <p:sp>
        <p:nvSpPr>
          <p:cNvPr id="24" name="Скругленный прямоугольник 23">
            <a:extLst>
              <a:ext uri="{FF2B5EF4-FFF2-40B4-BE49-F238E27FC236}">
                <a16:creationId xmlns:a16="http://schemas.microsoft.com/office/drawing/2014/main" id="{D6D9A41E-4495-E50B-97DA-5E654B99A15A}"/>
              </a:ext>
            </a:extLst>
          </p:cNvPr>
          <p:cNvSpPr/>
          <p:nvPr/>
        </p:nvSpPr>
        <p:spPr>
          <a:xfrm>
            <a:off x="6230774" y="1522006"/>
            <a:ext cx="2672801" cy="4678769"/>
          </a:xfrm>
          <a:prstGeom prst="roundRect">
            <a:avLst>
              <a:gd name="adj" fmla="val 9821"/>
            </a:avLst>
          </a:prstGeom>
          <a:solidFill>
            <a:schemeClr val="bg1"/>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ctr"/>
            <a:endParaRPr lang="ru-RU" b="1" dirty="0">
              <a:solidFill>
                <a:schemeClr val="accent2"/>
              </a:solidFill>
            </a:endParaRPr>
          </a:p>
        </p:txBody>
      </p:sp>
      <p:sp>
        <p:nvSpPr>
          <p:cNvPr id="25" name="Скругленный прямоугольник 24">
            <a:extLst>
              <a:ext uri="{FF2B5EF4-FFF2-40B4-BE49-F238E27FC236}">
                <a16:creationId xmlns:a16="http://schemas.microsoft.com/office/drawing/2014/main" id="{9B320FD4-0F75-8FB9-F799-AFA2CA575375}"/>
              </a:ext>
            </a:extLst>
          </p:cNvPr>
          <p:cNvSpPr/>
          <p:nvPr/>
        </p:nvSpPr>
        <p:spPr>
          <a:xfrm>
            <a:off x="9173123" y="1522006"/>
            <a:ext cx="2672801" cy="4678769"/>
          </a:xfrm>
          <a:prstGeom prst="roundRect">
            <a:avLst>
              <a:gd name="adj" fmla="val 9821"/>
            </a:avLst>
          </a:prstGeom>
          <a:solidFill>
            <a:schemeClr val="bg1"/>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ctr"/>
            <a:endParaRPr lang="ru-RU" b="1" dirty="0">
              <a:solidFill>
                <a:schemeClr val="accent2"/>
              </a:solidFill>
            </a:endParaRPr>
          </a:p>
        </p:txBody>
      </p:sp>
      <p:sp>
        <p:nvSpPr>
          <p:cNvPr id="27" name="Скругленный прямоугольник 26">
            <a:extLst>
              <a:ext uri="{FF2B5EF4-FFF2-40B4-BE49-F238E27FC236}">
                <a16:creationId xmlns:a16="http://schemas.microsoft.com/office/drawing/2014/main" id="{4205FFC6-B5B1-7076-639B-E4DAFE652AFA}"/>
              </a:ext>
            </a:extLst>
          </p:cNvPr>
          <p:cNvSpPr/>
          <p:nvPr/>
        </p:nvSpPr>
        <p:spPr>
          <a:xfrm>
            <a:off x="346076" y="1522006"/>
            <a:ext cx="2672801" cy="4678769"/>
          </a:xfrm>
          <a:prstGeom prst="roundRect">
            <a:avLst>
              <a:gd name="adj" fmla="val 9821"/>
            </a:avLst>
          </a:prstGeom>
          <a:solidFill>
            <a:schemeClr val="bg1"/>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ctr"/>
            <a:endParaRPr lang="ru-RU" b="1" dirty="0">
              <a:solidFill>
                <a:schemeClr val="accent2"/>
              </a:solidFill>
            </a:endParaRPr>
          </a:p>
        </p:txBody>
      </p:sp>
      <p:sp>
        <p:nvSpPr>
          <p:cNvPr id="21" name="Номер слайда 20">
            <a:extLst>
              <a:ext uri="{FF2B5EF4-FFF2-40B4-BE49-F238E27FC236}">
                <a16:creationId xmlns:a16="http://schemas.microsoft.com/office/drawing/2014/main" id="{889AB292-D098-2ABD-0429-89B4EFAD43B8}"/>
              </a:ext>
            </a:extLst>
          </p:cNvPr>
          <p:cNvSpPr>
            <a:spLocks noGrp="1"/>
          </p:cNvSpPr>
          <p:nvPr>
            <p:ph type="sldNum" sz="quarter" idx="4"/>
          </p:nvPr>
        </p:nvSpPr>
        <p:spPr/>
        <p:txBody>
          <a:bodyPr/>
          <a:lstStyle/>
          <a:p>
            <a:fld id="{52DCC5B9-D646-4B76-891F-6FF4E74E9CB4}" type="slidenum">
              <a:rPr lang="ru-RU" smtClean="0">
                <a:solidFill>
                  <a:schemeClr val="bg1"/>
                </a:solidFill>
              </a:rPr>
              <a:pPr/>
              <a:t>16</a:t>
            </a:fld>
            <a:endParaRPr lang="ru-RU" dirty="0">
              <a:solidFill>
                <a:schemeClr val="bg1"/>
              </a:solidFill>
            </a:endParaRPr>
          </a:p>
        </p:txBody>
      </p:sp>
      <p:sp>
        <p:nvSpPr>
          <p:cNvPr id="2" name="Текст 1">
            <a:extLst>
              <a:ext uri="{FF2B5EF4-FFF2-40B4-BE49-F238E27FC236}">
                <a16:creationId xmlns:a16="http://schemas.microsoft.com/office/drawing/2014/main" id="{0B115FEC-D79C-233C-419E-0B0BE3EB4A02}"/>
              </a:ext>
            </a:extLst>
          </p:cNvPr>
          <p:cNvSpPr>
            <a:spLocks noGrp="1"/>
          </p:cNvSpPr>
          <p:nvPr>
            <p:ph type="body" sz="quarter" idx="37"/>
          </p:nvPr>
        </p:nvSpPr>
        <p:spPr>
          <a:xfrm>
            <a:off x="520913" y="2339783"/>
            <a:ext cx="2284071" cy="423628"/>
          </a:xfrm>
        </p:spPr>
        <p:txBody>
          <a:bodyPr/>
          <a:lstStyle/>
          <a:p>
            <a:pPr/>
            <a:r>
              <a:rPr lang="ru-RU" sz="1500">
                <a:solidFill>
                  <a:srgbClr val="F92571"/>
                </a:solidFill>
              </a:rPr>
              <a:t>Калибровка</a:t>
            </a:r>
          </a:p>
        </p:txBody>
      </p:sp>
      <p:sp>
        <p:nvSpPr>
          <p:cNvPr id="3" name="Текст 2">
            <a:extLst>
              <a:ext uri="{FF2B5EF4-FFF2-40B4-BE49-F238E27FC236}">
                <a16:creationId xmlns:a16="http://schemas.microsoft.com/office/drawing/2014/main" id="{B2BA7842-46FE-F786-9D85-92BBE62C549A}"/>
              </a:ext>
            </a:extLst>
          </p:cNvPr>
          <p:cNvSpPr>
            <a:spLocks noGrp="1"/>
          </p:cNvSpPr>
          <p:nvPr>
            <p:ph type="body" sz="quarter" idx="38"/>
          </p:nvPr>
        </p:nvSpPr>
        <p:spPr>
          <a:xfrm>
            <a:off x="520913" y="3128740"/>
            <a:ext cx="2284071" cy="2797928"/>
          </a:xfrm>
        </p:spPr>
        <p:txBody>
          <a:bodyPr/>
          <a:lstStyle/>
          <a:p>
            <a:pPr/>
            <a:r>
              <a:rPr lang="ru-RU" sz="1200">
                <a:solidFill>
                  <a:schemeClr val="tx1"/>
                </a:solidFill>
              </a:rPr>
              <a:t>Поддерживаемые ориентации; наклон по рельсам и полотну</a:t>
            </a:r>
          </a:p>
        </p:txBody>
      </p:sp>
      <p:sp>
        <p:nvSpPr>
          <p:cNvPr id="4" name="Текст 3">
            <a:extLst>
              <a:ext uri="{FF2B5EF4-FFF2-40B4-BE49-F238E27FC236}">
                <a16:creationId xmlns:a16="http://schemas.microsoft.com/office/drawing/2014/main" id="{D2670742-0112-ABA9-7C47-FE6D64A30A91}"/>
              </a:ext>
            </a:extLst>
          </p:cNvPr>
          <p:cNvSpPr>
            <a:spLocks noGrp="1"/>
          </p:cNvSpPr>
          <p:nvPr>
            <p:ph type="body" sz="quarter" idx="39"/>
          </p:nvPr>
        </p:nvSpPr>
        <p:spPr>
          <a:xfrm>
            <a:off x="3457903" y="2373557"/>
            <a:ext cx="2337416" cy="403756"/>
          </a:xfrm>
        </p:spPr>
        <p:txBody>
          <a:bodyPr/>
          <a:lstStyle/>
          <a:p>
            <a:pPr/>
            <a:r>
              <a:rPr lang="ru-RU" sz="1500">
                <a:solidFill>
                  <a:srgbClr val="F92571"/>
                </a:solidFill>
              </a:rPr>
              <a:t>Свежесть данных</a:t>
            </a:r>
          </a:p>
        </p:txBody>
      </p:sp>
      <p:sp>
        <p:nvSpPr>
          <p:cNvPr id="5" name="Текст 4">
            <a:extLst>
              <a:ext uri="{FF2B5EF4-FFF2-40B4-BE49-F238E27FC236}">
                <a16:creationId xmlns:a16="http://schemas.microsoft.com/office/drawing/2014/main" id="{6A5C658C-1FD4-CD12-D517-15F6F46CFE3C}"/>
              </a:ext>
            </a:extLst>
          </p:cNvPr>
          <p:cNvSpPr>
            <a:spLocks noGrp="1"/>
          </p:cNvSpPr>
          <p:nvPr>
            <p:ph type="body" sz="quarter" idx="40"/>
          </p:nvPr>
        </p:nvSpPr>
        <p:spPr>
          <a:xfrm>
            <a:off x="3457903" y="3134070"/>
            <a:ext cx="2337416" cy="2797928"/>
          </a:xfrm>
        </p:spPr>
        <p:txBody>
          <a:bodyPr/>
          <a:lstStyle/>
          <a:p>
            <a:pPr/>
            <a:r>
              <a:rPr lang="ru-RU" sz="1200">
                <a:solidFill>
                  <a:schemeClr val="tx1"/>
                </a:solidFill>
              </a:rPr>
              <a:t>нет актуального статуса → FAULT или удержание STOP; потребитель проверяет /resense/status своим таймером</a:t>
            </a:r>
          </a:p>
        </p:txBody>
      </p:sp>
      <p:sp>
        <p:nvSpPr>
          <p:cNvPr id="6" name="Текст 5">
            <a:extLst>
              <a:ext uri="{FF2B5EF4-FFF2-40B4-BE49-F238E27FC236}">
                <a16:creationId xmlns:a16="http://schemas.microsoft.com/office/drawing/2014/main" id="{4FAFE374-953E-0336-76DE-D143BB9C6451}"/>
              </a:ext>
            </a:extLst>
          </p:cNvPr>
          <p:cNvSpPr>
            <a:spLocks noGrp="1"/>
          </p:cNvSpPr>
          <p:nvPr>
            <p:ph type="body" sz="quarter" idx="41"/>
          </p:nvPr>
        </p:nvSpPr>
        <p:spPr>
          <a:xfrm>
            <a:off x="6456363" y="2379657"/>
            <a:ext cx="2268537" cy="403913"/>
          </a:xfrm>
        </p:spPr>
        <p:txBody>
          <a:bodyPr/>
          <a:lstStyle/>
          <a:p>
            <a:pPr/>
            <a:r>
              <a:rPr lang="ru-RU" sz="1500">
                <a:solidFill>
                  <a:srgbClr val="F92571"/>
                </a:solidFill>
              </a:rPr>
              <a:t>Вход</a:t>
            </a:r>
          </a:p>
        </p:txBody>
      </p:sp>
      <p:sp>
        <p:nvSpPr>
          <p:cNvPr id="7" name="Текст 6">
            <a:extLst>
              <a:ext uri="{FF2B5EF4-FFF2-40B4-BE49-F238E27FC236}">
                <a16:creationId xmlns:a16="http://schemas.microsoft.com/office/drawing/2014/main" id="{FADF42A3-53F4-C8E0-2D79-332DAAEB9A8A}"/>
              </a:ext>
            </a:extLst>
          </p:cNvPr>
          <p:cNvSpPr>
            <a:spLocks noGrp="1"/>
          </p:cNvSpPr>
          <p:nvPr>
            <p:ph type="body" sz="quarter" idx="42"/>
          </p:nvPr>
        </p:nvSpPr>
        <p:spPr>
          <a:xfrm>
            <a:off x="6456363" y="3136604"/>
            <a:ext cx="2268537" cy="2797928"/>
          </a:xfrm>
        </p:spPr>
        <p:txBody>
          <a:bodyPr/>
          <a:lstStyle/>
          <a:p>
            <a:pPr/>
            <a:r>
              <a:rPr lang="ru-RU" sz="1200">
                <a:solidFill>
                  <a:schemeClr val="tx1"/>
                </a:solidFill>
              </a:rPr>
              <a:t>Поиск PointCloud2; перезапуск на новой записи</a:t>
            </a:r>
          </a:p>
        </p:txBody>
      </p:sp>
      <p:sp>
        <p:nvSpPr>
          <p:cNvPr id="8" name="Текст 7">
            <a:extLst>
              <a:ext uri="{FF2B5EF4-FFF2-40B4-BE49-F238E27FC236}">
                <a16:creationId xmlns:a16="http://schemas.microsoft.com/office/drawing/2014/main" id="{68E32729-5FCC-21EA-16FD-CEF0C8FAABAA}"/>
              </a:ext>
            </a:extLst>
          </p:cNvPr>
          <p:cNvSpPr>
            <a:spLocks noGrp="1"/>
          </p:cNvSpPr>
          <p:nvPr>
            <p:ph type="body" sz="quarter" idx="43"/>
          </p:nvPr>
        </p:nvSpPr>
        <p:spPr>
          <a:xfrm>
            <a:off x="9407534" y="2339783"/>
            <a:ext cx="2263553" cy="423628"/>
          </a:xfrm>
        </p:spPr>
        <p:txBody>
          <a:bodyPr/>
          <a:lstStyle/>
          <a:p>
            <a:pPr/>
            <a:r>
              <a:rPr lang="ru-RU" sz="1500">
                <a:solidFill>
                  <a:srgbClr val="F92571"/>
                </a:solidFill>
              </a:rPr>
              <a:t>Воспроизводимо</a:t>
            </a:r>
          </a:p>
        </p:txBody>
      </p:sp>
      <p:sp>
        <p:nvSpPr>
          <p:cNvPr id="9" name="Текст 8">
            <a:extLst>
              <a:ext uri="{FF2B5EF4-FFF2-40B4-BE49-F238E27FC236}">
                <a16:creationId xmlns:a16="http://schemas.microsoft.com/office/drawing/2014/main" id="{86A6BF68-6470-CE0D-3E5F-0B15EDDCA14B}"/>
              </a:ext>
            </a:extLst>
          </p:cNvPr>
          <p:cNvSpPr>
            <a:spLocks noGrp="1"/>
          </p:cNvSpPr>
          <p:nvPr>
            <p:ph type="body" sz="quarter" idx="44"/>
          </p:nvPr>
        </p:nvSpPr>
        <p:spPr>
          <a:xfrm>
            <a:off x="9407534" y="3128739"/>
            <a:ext cx="2263553" cy="2797928"/>
          </a:xfrm>
        </p:spPr>
        <p:txBody>
          <a:bodyPr/>
          <a:lstStyle/>
          <a:p>
            <a:pPr/>
            <a:r>
              <a:rPr lang="ru-RU" sz="1200">
                <a:solidFill>
                  <a:schemeClr val="tx1"/>
                </a:solidFill>
              </a:rPr>
              <a:t>1 284 теста на путях numpy и C++ (выход совпадает бит в бит); CI: образ, архив, бэги через ноду</a:t>
            </a:r>
          </a:p>
        </p:txBody>
      </p:sp>
      <p:sp>
        <p:nvSpPr>
          <p:cNvPr id="14" name="Заголовок 13">
            <a:extLst>
              <a:ext uri="{FF2B5EF4-FFF2-40B4-BE49-F238E27FC236}">
                <a16:creationId xmlns:a16="http://schemas.microsoft.com/office/drawing/2014/main" id="{9ADE5A7A-262A-121D-63C7-92347C3B48DC}"/>
              </a:ext>
            </a:extLst>
          </p:cNvPr>
          <p:cNvSpPr>
            <a:spLocks noGrp="1"/>
          </p:cNvSpPr>
          <p:nvPr>
            <p:ph type="title"/>
          </p:nvPr>
        </p:nvSpPr>
        <p:spPr>
          <a:xfrm>
            <a:off x="525817" y="421226"/>
            <a:ext cx="9862734" cy="376138"/>
          </a:xfrm>
        </p:spPr>
        <p:txBody>
          <a:bodyPr/>
          <a:lstStyle/>
          <a:p>
            <a:pPr/>
            <a:r>
              <a:rPr lang="ru-RU"/>
              <a:t>НАДЁЖНОСТЬ</a:t>
            </a:r>
          </a:p>
        </p:txBody>
      </p:sp>
      <p:sp>
        <p:nvSpPr>
          <p:cNvPr id="15" name="Текст 14">
            <a:extLst>
              <a:ext uri="{FF2B5EF4-FFF2-40B4-BE49-F238E27FC236}">
                <a16:creationId xmlns:a16="http://schemas.microsoft.com/office/drawing/2014/main" id="{26BEC078-5087-6080-D7D6-F5A0B438BDE2}"/>
              </a:ext>
            </a:extLst>
          </p:cNvPr>
          <p:cNvSpPr>
            <a:spLocks noGrp="1"/>
          </p:cNvSpPr>
          <p:nvPr>
            <p:ph type="body" sz="quarter" idx="49"/>
          </p:nvPr>
        </p:nvSpPr>
        <p:spPr>
          <a:xfrm>
            <a:off x="520913" y="1772416"/>
            <a:ext cx="771003" cy="423628"/>
          </a:xfrm>
        </p:spPr>
        <p:txBody>
          <a:bodyPr/>
          <a:lstStyle/>
          <a:p>
            <a:pPr/>
            <a:r>
              <a:rPr lang="ru-RU">
                <a:solidFill>
                  <a:schemeClr val="accent5"/>
                </a:solidFill>
              </a:rPr>
              <a:t>01</a:t>
            </a:r>
          </a:p>
        </p:txBody>
      </p:sp>
      <p:sp>
        <p:nvSpPr>
          <p:cNvPr id="16" name="Текст 15">
            <a:extLst>
              <a:ext uri="{FF2B5EF4-FFF2-40B4-BE49-F238E27FC236}">
                <a16:creationId xmlns:a16="http://schemas.microsoft.com/office/drawing/2014/main" id="{DE8FDF14-E7C8-6EE3-EBD8-B5DDE4F7F60B}"/>
              </a:ext>
            </a:extLst>
          </p:cNvPr>
          <p:cNvSpPr>
            <a:spLocks noGrp="1"/>
          </p:cNvSpPr>
          <p:nvPr>
            <p:ph type="body" sz="quarter" idx="50"/>
          </p:nvPr>
        </p:nvSpPr>
        <p:spPr>
          <a:xfrm>
            <a:off x="3449944" y="1766200"/>
            <a:ext cx="771003" cy="403756"/>
          </a:xfrm>
        </p:spPr>
        <p:txBody>
          <a:bodyPr/>
          <a:lstStyle/>
          <a:p>
            <a:pPr/>
            <a:r>
              <a:rPr lang="ru-RU">
                <a:solidFill>
                  <a:schemeClr val="accent5"/>
                </a:solidFill>
              </a:rPr>
              <a:t>02</a:t>
            </a:r>
          </a:p>
        </p:txBody>
      </p:sp>
      <p:sp>
        <p:nvSpPr>
          <p:cNvPr id="17" name="Текст 16">
            <a:extLst>
              <a:ext uri="{FF2B5EF4-FFF2-40B4-BE49-F238E27FC236}">
                <a16:creationId xmlns:a16="http://schemas.microsoft.com/office/drawing/2014/main" id="{2859F02A-65ED-43C1-C072-8FCD6772DA35}"/>
              </a:ext>
            </a:extLst>
          </p:cNvPr>
          <p:cNvSpPr>
            <a:spLocks noGrp="1"/>
          </p:cNvSpPr>
          <p:nvPr>
            <p:ph type="body" sz="quarter" idx="51"/>
          </p:nvPr>
        </p:nvSpPr>
        <p:spPr>
          <a:xfrm>
            <a:off x="6456363" y="1766043"/>
            <a:ext cx="771003" cy="403913"/>
          </a:xfrm>
        </p:spPr>
        <p:txBody>
          <a:bodyPr/>
          <a:lstStyle/>
          <a:p>
            <a:pPr/>
            <a:r>
              <a:rPr lang="ru-RU">
                <a:solidFill>
                  <a:schemeClr val="accent5"/>
                </a:solidFill>
              </a:rPr>
              <a:t>03</a:t>
            </a:r>
          </a:p>
        </p:txBody>
      </p:sp>
      <p:sp>
        <p:nvSpPr>
          <p:cNvPr id="18" name="Текст 17">
            <a:extLst>
              <a:ext uri="{FF2B5EF4-FFF2-40B4-BE49-F238E27FC236}">
                <a16:creationId xmlns:a16="http://schemas.microsoft.com/office/drawing/2014/main" id="{59F6129C-95BA-0836-7395-00F4830237D5}"/>
              </a:ext>
            </a:extLst>
          </p:cNvPr>
          <p:cNvSpPr>
            <a:spLocks noGrp="1"/>
          </p:cNvSpPr>
          <p:nvPr>
            <p:ph type="body" sz="quarter" idx="52"/>
          </p:nvPr>
        </p:nvSpPr>
        <p:spPr>
          <a:xfrm>
            <a:off x="9407534" y="1772416"/>
            <a:ext cx="771003" cy="423628"/>
          </a:xfrm>
        </p:spPr>
        <p:txBody>
          <a:bodyPr/>
          <a:lstStyle/>
          <a:p>
            <a:pPr/>
            <a:r>
              <a:rPr lang="ru-RU">
                <a:solidFill>
                  <a:schemeClr val="accent5"/>
                </a:solidFill>
              </a:rPr>
              <a:t>04</a:t>
            </a:r>
          </a:p>
        </p:txBody>
      </p:sp>
      <p:sp>
        <p:nvSpPr>
          <p:cNvPr id="28" name="TextBox 27"/>
          <p:cNvSpPr txBox="1"/>
          <p:nvPr/>
        </p:nvSpPr>
        <p:spPr>
          <a:xfrm>
            <a:off x="10363200" y="0"/>
            <a:ext cx="1706880" cy="201168"/>
          </a:xfrm>
          <a:prstGeom prst="rect">
            <a:avLst/>
          </a:prstGeom>
          <a:noFill/>
        </p:spPr>
        <p:txBody>
          <a:bodyPr wrap="none">
            <a:spAutoFit/>
          </a:bodyPr>
          <a:lstStyle/>
          <a:p>
            <a:pPr algn="l">
              <a:defRPr sz="800" b="0">
                <a:solidFill>
                  <a:srgbClr val="17171C"/>
                </a:solidFill>
                <a:latin typeface="Arial"/>
              </a:defRPr>
            </a:pPr>
            <a:r>
              <a:t>ЧЕРНОВИК/16.10</a:t>
            </a:r>
          </a:p>
        </p:txBody>
      </p:sp>
    </p:spTree>
    <p:extLst>
      <p:ext uri="{BB962C8B-B14F-4D97-AF65-F5344CB8AC3E}">
        <p14:creationId xmlns:p14="http://schemas.microsoft.com/office/powerpoint/2010/main" val="17391142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A0664B9-F30D-B51A-EC08-2389E212D238}"/>
            </a:ext>
          </a:extLst>
        </p:cNvPr>
        <p:cNvGrpSpPr/>
        <p:nvPr/>
      </p:nvGrpSpPr>
      <p:grpSpPr>
        <a:xfrm>
          <a:off x="0" y="0"/>
          <a:ext cx="0" cy="0"/>
          <a:chOff x="0" y="0"/>
          <a:chExt cx="0" cy="0"/>
        </a:xfrm>
      </p:grpSpPr>
      <p:sp>
        <p:nvSpPr>
          <p:cNvPr id="6" name="Заголовок 5">
            <a:extLst>
              <a:ext uri="{FF2B5EF4-FFF2-40B4-BE49-F238E27FC236}">
                <a16:creationId xmlns:a16="http://schemas.microsoft.com/office/drawing/2014/main" id="{80060758-64A6-F41E-1825-51ECED521411}"/>
              </a:ext>
            </a:extLst>
          </p:cNvPr>
          <p:cNvSpPr>
            <a:spLocks noGrp="1"/>
          </p:cNvSpPr>
          <p:nvPr>
            <p:ph type="title"/>
          </p:nvPr>
        </p:nvSpPr>
        <p:spPr>
          <a:xfrm>
            <a:off x="533490" y="370426"/>
            <a:ext cx="5562510" cy="442374"/>
          </a:xfrm>
        </p:spPr>
        <p:txBody>
          <a:bodyPr/>
          <a:lstStyle/>
          <a:p>
            <a:pPr/>
            <a:r>
              <a:rPr lang="ru-RU" sz="2000">
                <a:solidFill>
                  <a:schemeClr val="accent5"/>
                </a:solidFill>
              </a:rPr>
              <a:t>СЛОЖНЫЕ СЛУЧАИ</a:t>
            </a:r>
          </a:p>
        </p:txBody>
      </p:sp>
      <p:sp>
        <p:nvSpPr>
          <p:cNvPr id="8" name="Текст 7">
            <a:extLst>
              <a:ext uri="{FF2B5EF4-FFF2-40B4-BE49-F238E27FC236}">
                <a16:creationId xmlns:a16="http://schemas.microsoft.com/office/drawing/2014/main" id="{52DB1C19-1756-5691-5F80-177F3A79D35E}"/>
              </a:ext>
            </a:extLst>
          </p:cNvPr>
          <p:cNvSpPr>
            <a:spLocks noGrp="1"/>
          </p:cNvSpPr>
          <p:nvPr>
            <p:ph type="body" sz="quarter" idx="15"/>
          </p:nvPr>
        </p:nvSpPr>
        <p:spPr>
          <a:xfrm>
            <a:off x="521133" y="1695025"/>
            <a:ext cx="11200000" cy="712587"/>
          </a:xfrm>
        </p:spPr>
        <p:txBody>
          <a:bodyPr/>
          <a:lstStyle/>
          <a:p>
            <a:pPr marL="0" indent="0">
              <a:buNone/>
            </a:pPr>
            <a:r>
              <a:rPr lang="ru-RU" b="1" sz="1300">
                <a:solidFill>
                  <a:schemeClr val="tx1"/>
                </a:solidFill>
              </a:rPr>
              <a:t>Столбы:</a:t>
            </a:r>
            <a:r>
              <a:rPr lang="ru-RU" sz="1300">
                <a:solidFill>
                  <a:schemeClr val="tx1"/>
                </a:solidFill>
              </a:rPr>
              <a:t xml:space="preserve"> v1.0.0 понижает высокие узкие объекты до CAUTION; исправление ещё не выпущено</a:t>
            </a:r>
          </a:p>
        </p:txBody>
      </p:sp>
      <p:sp>
        <p:nvSpPr>
          <p:cNvPr id="9" name="Текст 8">
            <a:extLst>
              <a:ext uri="{FF2B5EF4-FFF2-40B4-BE49-F238E27FC236}">
                <a16:creationId xmlns:a16="http://schemas.microsoft.com/office/drawing/2014/main" id="{40CC1337-8037-C8D6-4F63-245C2AF4E7A2}"/>
              </a:ext>
            </a:extLst>
          </p:cNvPr>
          <p:cNvSpPr>
            <a:spLocks noGrp="1"/>
          </p:cNvSpPr>
          <p:nvPr>
            <p:ph type="body" sz="quarter" idx="16"/>
          </p:nvPr>
        </p:nvSpPr>
        <p:spPr>
          <a:xfrm>
            <a:off x="521133" y="2552035"/>
            <a:ext cx="11200000" cy="712587"/>
          </a:xfrm>
        </p:spPr>
        <p:txBody>
          <a:bodyPr/>
          <a:lstStyle/>
          <a:p>
            <a:pPr marL="0" indent="0">
              <a:buNone/>
            </a:pPr>
            <a:r>
              <a:rPr lang="ru-RU" b="1" sz="1300">
                <a:solidFill>
                  <a:schemeClr val="tx1"/>
                </a:solidFill>
              </a:rPr>
              <a:t>Кривые:</a:t>
            </a:r>
            <a:r>
              <a:rPr lang="ru-RU" sz="1300">
                <a:solidFill>
                  <a:schemeClr val="tx1"/>
                </a:solidFill>
              </a:rPr>
              <a:t xml:space="preserve"> объект может слиться с длинной структурой и получить GO</a:t>
            </a:r>
          </a:p>
        </p:txBody>
      </p:sp>
      <p:sp>
        <p:nvSpPr>
          <p:cNvPr id="10" name="Текст 9">
            <a:extLst>
              <a:ext uri="{FF2B5EF4-FFF2-40B4-BE49-F238E27FC236}">
                <a16:creationId xmlns:a16="http://schemas.microsoft.com/office/drawing/2014/main" id="{35A27D79-7CA2-000D-5EC5-DB6887DB4E4B}"/>
              </a:ext>
            </a:extLst>
          </p:cNvPr>
          <p:cNvSpPr>
            <a:spLocks noGrp="1"/>
          </p:cNvSpPr>
          <p:nvPr>
            <p:ph type="body" sz="quarter" idx="17"/>
          </p:nvPr>
        </p:nvSpPr>
        <p:spPr>
          <a:xfrm>
            <a:off x="521133" y="3409044"/>
            <a:ext cx="11200000" cy="712587"/>
          </a:xfrm>
        </p:spPr>
        <p:txBody>
          <a:bodyPr/>
          <a:lstStyle/>
          <a:p>
            <a:pPr marL="0" indent="0">
              <a:buNone/>
            </a:pPr>
            <a:r>
              <a:rPr lang="ru-RU" b="1" sz="1300">
                <a:solidFill>
                  <a:schemeClr val="tx1"/>
                </a:solidFill>
              </a:rPr>
              <a:t>Платформы:</a:t>
            </a:r>
            <a:r>
              <a:rPr lang="ru-RU" sz="1300">
                <a:solidFill>
                  <a:schemeClr val="tx1"/>
                </a:solidFill>
              </a:rPr>
              <a:t xml:space="preserve"> основной источник ложных STOP</a:t>
            </a:r>
          </a:p>
        </p:txBody>
      </p:sp>
      <p:sp>
        <p:nvSpPr>
          <p:cNvPr id="11" name="Текст 10">
            <a:extLst>
              <a:ext uri="{FF2B5EF4-FFF2-40B4-BE49-F238E27FC236}">
                <a16:creationId xmlns:a16="http://schemas.microsoft.com/office/drawing/2014/main" id="{49701722-A703-6CF6-2014-059F040DC584}"/>
              </a:ext>
            </a:extLst>
          </p:cNvPr>
          <p:cNvSpPr>
            <a:spLocks noGrp="1"/>
          </p:cNvSpPr>
          <p:nvPr>
            <p:ph type="body" sz="quarter" idx="18"/>
          </p:nvPr>
        </p:nvSpPr>
        <p:spPr>
          <a:xfrm>
            <a:off x="521133" y="4266053"/>
            <a:ext cx="11200000" cy="712587"/>
          </a:xfrm>
        </p:spPr>
        <p:txBody>
          <a:bodyPr/>
          <a:lstStyle/>
          <a:p>
            <a:pPr marL="0" indent="0">
              <a:buNone/>
            </a:pPr>
            <a:r>
              <a:rPr lang="ru-RU" b="1" sz="1300">
                <a:solidFill>
                  <a:schemeClr val="tx1"/>
                </a:solidFill>
              </a:rPr>
              <a:t>Мелкое:</a:t>
            </a:r>
            <a:r>
              <a:rPr lang="ru-RU" sz="1300">
                <a:solidFill>
                  <a:schemeClr val="tx1"/>
                </a:solidFill>
              </a:rPr>
              <a:t xml:space="preserve"> кубы O на кэше 43–56 м; node-path 48–56 м без краевого</a:t>
            </a:r>
          </a:p>
        </p:txBody>
      </p:sp>
      <p:sp>
        <p:nvSpPr>
          <p:cNvPr id="12" name="Текст 11">
            <a:extLst>
              <a:ext uri="{FF2B5EF4-FFF2-40B4-BE49-F238E27FC236}">
                <a16:creationId xmlns:a16="http://schemas.microsoft.com/office/drawing/2014/main" id="{DE50EEA6-DEC5-5666-7D6D-27F8E37664BA}"/>
              </a:ext>
            </a:extLst>
          </p:cNvPr>
          <p:cNvSpPr>
            <a:spLocks noGrp="1"/>
          </p:cNvSpPr>
          <p:nvPr>
            <p:ph type="body" sz="quarter" idx="19"/>
          </p:nvPr>
        </p:nvSpPr>
        <p:spPr>
          <a:xfrm>
            <a:off x="521133" y="5123063"/>
            <a:ext cx="11200000" cy="712587"/>
          </a:xfrm>
        </p:spPr>
        <p:txBody>
          <a:bodyPr/>
          <a:lstStyle/>
          <a:p>
            <a:pPr marL="0" indent="0">
              <a:buNone/>
            </a:pPr>
            <a:r>
              <a:rPr lang="ru-RU" b="1" sz="1300">
                <a:solidFill>
                  <a:schemeClr val="tx1"/>
                </a:solidFill>
              </a:rPr>
              <a:t>Висящее:</a:t>
            </a:r>
            <a:r>
              <a:rPr lang="ru-RU" sz="1300">
                <a:solidFill>
                  <a:schemeClr val="tx1"/>
                </a:solidFill>
              </a:rPr>
              <a:t xml:space="preserve"> предмет 5 см — с 30 м; требуются более ранние STOP</a:t>
            </a:r>
          </a:p>
        </p:txBody>
      </p:sp>
      <p:sp>
        <p:nvSpPr>
          <p:cNvPr id="21" name="Номер слайда 20">
            <a:extLst>
              <a:ext uri="{FF2B5EF4-FFF2-40B4-BE49-F238E27FC236}">
                <a16:creationId xmlns:a16="http://schemas.microsoft.com/office/drawing/2014/main" id="{311126D8-C4EA-ED36-FA09-D0ED6388C8B6}"/>
              </a:ext>
            </a:extLst>
          </p:cNvPr>
          <p:cNvSpPr>
            <a:spLocks noGrp="1"/>
          </p:cNvSpPr>
          <p:nvPr>
            <p:ph type="sldNum" sz="quarter" idx="4294967295"/>
          </p:nvPr>
        </p:nvSpPr>
        <p:spPr>
          <a:xfrm>
            <a:off x="11441475" y="6356350"/>
            <a:ext cx="558800" cy="365125"/>
          </a:xfrm>
        </p:spPr>
        <p:txBody>
          <a:bodyPr/>
          <a:lstStyle/>
          <a:p>
            <a:fld id="{52DCC5B9-D646-4B76-891F-6FF4E74E9CB4}" type="slidenum">
              <a:rPr lang="ru-RU" smtClean="0">
                <a:solidFill>
                  <a:schemeClr val="accent5"/>
                </a:solidFill>
              </a:rPr>
              <a:pPr/>
              <a:t>15</a:t>
            </a:fld>
            <a:endParaRPr lang="ru-RU" dirty="0">
              <a:solidFill>
                <a:schemeClr val="accent5"/>
              </a:solidFill>
            </a:endParaRPr>
          </a:p>
        </p:txBody>
      </p:sp>
      <p:cxnSp>
        <p:nvCxnSpPr>
          <p:cNvPr id="2" name="Прямая соединительная линия 1">
            <a:extLst>
              <a:ext uri="{FF2B5EF4-FFF2-40B4-BE49-F238E27FC236}">
                <a16:creationId xmlns:a16="http://schemas.microsoft.com/office/drawing/2014/main" id="{C40756DD-053E-22C9-6492-BAE6C92C555E}"/>
              </a:ext>
            </a:extLst>
          </p:cNvPr>
          <p:cNvCxnSpPr>
            <a:cxnSpLocks/>
          </p:cNvCxnSpPr>
          <p:nvPr/>
        </p:nvCxnSpPr>
        <p:spPr>
          <a:xfrm>
            <a:off x="521133" y="1604660"/>
            <a:ext cx="11335905"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4" name="Прямая соединительная линия 3">
            <a:extLst>
              <a:ext uri="{FF2B5EF4-FFF2-40B4-BE49-F238E27FC236}">
                <a16:creationId xmlns:a16="http://schemas.microsoft.com/office/drawing/2014/main" id="{00DEE536-8C7E-5FF9-89E1-82A9988D844D}"/>
              </a:ext>
            </a:extLst>
          </p:cNvPr>
          <p:cNvCxnSpPr>
            <a:cxnSpLocks/>
          </p:cNvCxnSpPr>
          <p:nvPr/>
        </p:nvCxnSpPr>
        <p:spPr>
          <a:xfrm>
            <a:off x="521133" y="2465535"/>
            <a:ext cx="11335905"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13" name="Прямая соединительная линия 12">
            <a:extLst>
              <a:ext uri="{FF2B5EF4-FFF2-40B4-BE49-F238E27FC236}">
                <a16:creationId xmlns:a16="http://schemas.microsoft.com/office/drawing/2014/main" id="{7E52340B-BDE2-4108-BF09-DF1807F1208F}"/>
              </a:ext>
            </a:extLst>
          </p:cNvPr>
          <p:cNvCxnSpPr>
            <a:cxnSpLocks/>
          </p:cNvCxnSpPr>
          <p:nvPr/>
        </p:nvCxnSpPr>
        <p:spPr>
          <a:xfrm>
            <a:off x="521133" y="3342865"/>
            <a:ext cx="11335905"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D24F87D-A790-746E-F6AE-485B863A9B3E}"/>
              </a:ext>
            </a:extLst>
          </p:cNvPr>
          <p:cNvCxnSpPr>
            <a:cxnSpLocks/>
          </p:cNvCxnSpPr>
          <p:nvPr/>
        </p:nvCxnSpPr>
        <p:spPr>
          <a:xfrm>
            <a:off x="521133" y="4183125"/>
            <a:ext cx="11335905"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15" name="Прямая соединительная линия 14">
            <a:extLst>
              <a:ext uri="{FF2B5EF4-FFF2-40B4-BE49-F238E27FC236}">
                <a16:creationId xmlns:a16="http://schemas.microsoft.com/office/drawing/2014/main" id="{319081A8-2E23-9ED5-DAF3-7F8B5653DD5D}"/>
              </a:ext>
            </a:extLst>
          </p:cNvPr>
          <p:cNvCxnSpPr>
            <a:cxnSpLocks/>
          </p:cNvCxnSpPr>
          <p:nvPr/>
        </p:nvCxnSpPr>
        <p:spPr>
          <a:xfrm>
            <a:off x="521133" y="5048098"/>
            <a:ext cx="11335905"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sp>
        <p:nvSpPr>
          <p:cNvPr id="22" name="TextBox 21"/>
          <p:cNvSpPr txBox="1"/>
          <p:nvPr/>
        </p:nvSpPr>
        <p:spPr>
          <a:xfrm>
            <a:off x="10363200" y="0"/>
            <a:ext cx="1706880" cy="201168"/>
          </a:xfrm>
          <a:prstGeom prst="rect">
            <a:avLst/>
          </a:prstGeom>
          <a:noFill/>
        </p:spPr>
        <p:txBody>
          <a:bodyPr wrap="none">
            <a:spAutoFit/>
          </a:bodyPr>
          <a:lstStyle/>
          <a:p>
            <a:pPr algn="l">
              <a:defRPr sz="800" b="0">
                <a:solidFill>
                  <a:srgbClr val="17171C"/>
                </a:solidFill>
                <a:latin typeface="Arial"/>
              </a:defRPr>
            </a:pPr>
            <a:r>
              <a:t>ЧЕРНОВИК/16.10</a:t>
            </a:r>
          </a:p>
        </p:txBody>
      </p:sp>
    </p:spTree>
    <p:extLst>
      <p:ext uri="{BB962C8B-B14F-4D97-AF65-F5344CB8AC3E}">
        <p14:creationId xmlns:p14="http://schemas.microsoft.com/office/powerpoint/2010/main" val="3679793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A62BB59-6E27-43D2-BF3A-1879F75EAA7C}"/>
            </a:ext>
          </a:extLst>
        </p:cNvPr>
        <p:cNvGrpSpPr/>
        <p:nvPr/>
      </p:nvGrpSpPr>
      <p:grpSpPr>
        <a:xfrm>
          <a:off x="0" y="0"/>
          <a:ext cx="0" cy="0"/>
          <a:chOff x="0" y="0"/>
          <a:chExt cx="0" cy="0"/>
        </a:xfrm>
      </p:grpSpPr>
      <p:sp>
        <p:nvSpPr>
          <p:cNvPr id="8" name="Скругленный прямоугольник 7">
            <a:extLst>
              <a:ext uri="{FF2B5EF4-FFF2-40B4-BE49-F238E27FC236}">
                <a16:creationId xmlns:a16="http://schemas.microsoft.com/office/drawing/2014/main" id="{8587F3BD-E802-93BD-3D32-FDF202FEA64D}"/>
              </a:ext>
            </a:extLst>
          </p:cNvPr>
          <p:cNvSpPr/>
          <p:nvPr/>
        </p:nvSpPr>
        <p:spPr>
          <a:xfrm>
            <a:off x="4419477" y="1522006"/>
            <a:ext cx="3399397" cy="4678769"/>
          </a:xfrm>
          <a:prstGeom prst="roundRect">
            <a:avLst>
              <a:gd name="adj" fmla="val 9821"/>
            </a:avLst>
          </a:prstGeom>
          <a:solidFill>
            <a:schemeClr val="bg1"/>
          </a:solid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ctr"/>
            <a:endParaRPr lang="ru-RU" b="1" dirty="0">
              <a:solidFill>
                <a:schemeClr val="accent2"/>
              </a:solidFill>
            </a:endParaRPr>
          </a:p>
        </p:txBody>
      </p:sp>
      <p:sp>
        <p:nvSpPr>
          <p:cNvPr id="9" name="Скругленный прямоугольник 8">
            <a:extLst>
              <a:ext uri="{FF2B5EF4-FFF2-40B4-BE49-F238E27FC236}">
                <a16:creationId xmlns:a16="http://schemas.microsoft.com/office/drawing/2014/main" id="{B6016C66-2F45-3093-7675-966377141ADD}"/>
              </a:ext>
            </a:extLst>
          </p:cNvPr>
          <p:cNvSpPr/>
          <p:nvPr/>
        </p:nvSpPr>
        <p:spPr>
          <a:xfrm>
            <a:off x="8365958" y="1522006"/>
            <a:ext cx="3248506" cy="4678769"/>
          </a:xfrm>
          <a:prstGeom prst="roundRect">
            <a:avLst>
              <a:gd name="adj" fmla="val 9821"/>
            </a:avLst>
          </a:prstGeom>
          <a:solidFill>
            <a:schemeClr val="bg1"/>
          </a:solid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ctr"/>
            <a:endParaRPr lang="ru-RU" b="1" dirty="0">
              <a:solidFill>
                <a:schemeClr val="accent2"/>
              </a:solidFill>
            </a:endParaRPr>
          </a:p>
        </p:txBody>
      </p:sp>
      <p:sp>
        <p:nvSpPr>
          <p:cNvPr id="10" name="Скругленный прямоугольник 9">
            <a:extLst>
              <a:ext uri="{FF2B5EF4-FFF2-40B4-BE49-F238E27FC236}">
                <a16:creationId xmlns:a16="http://schemas.microsoft.com/office/drawing/2014/main" id="{9A68CA47-326C-A498-C456-623193EF0FFA}"/>
              </a:ext>
            </a:extLst>
          </p:cNvPr>
          <p:cNvSpPr/>
          <p:nvPr/>
        </p:nvSpPr>
        <p:spPr>
          <a:xfrm>
            <a:off x="623888" y="1522006"/>
            <a:ext cx="3248506" cy="4678769"/>
          </a:xfrm>
          <a:prstGeom prst="roundRect">
            <a:avLst>
              <a:gd name="adj" fmla="val 9821"/>
            </a:avLst>
          </a:prstGeom>
          <a:solidFill>
            <a:schemeClr val="bg1"/>
          </a:solid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ctr"/>
            <a:endParaRPr lang="ru-RU" b="1" dirty="0">
              <a:solidFill>
                <a:schemeClr val="accent2"/>
              </a:solidFill>
            </a:endParaRPr>
          </a:p>
        </p:txBody>
      </p:sp>
      <p:sp>
        <p:nvSpPr>
          <p:cNvPr id="21" name="Номер слайда 20">
            <a:extLst>
              <a:ext uri="{FF2B5EF4-FFF2-40B4-BE49-F238E27FC236}">
                <a16:creationId xmlns:a16="http://schemas.microsoft.com/office/drawing/2014/main" id="{E769D24B-D4D8-3322-BCAB-77138E027046}"/>
              </a:ext>
            </a:extLst>
          </p:cNvPr>
          <p:cNvSpPr>
            <a:spLocks noGrp="1"/>
          </p:cNvSpPr>
          <p:nvPr>
            <p:ph type="sldNum" sz="quarter" idx="4"/>
          </p:nvPr>
        </p:nvSpPr>
        <p:spPr/>
        <p:txBody>
          <a:bodyPr/>
          <a:lstStyle/>
          <a:p>
            <a:fld id="{52DCC5B9-D646-4B76-891F-6FF4E74E9CB4}" type="slidenum">
              <a:rPr lang="ru-RU" smtClean="0">
                <a:solidFill>
                  <a:schemeClr val="accent5"/>
                </a:solidFill>
              </a:rPr>
              <a:pPr/>
              <a:t>17</a:t>
            </a:fld>
            <a:endParaRPr lang="ru-RU" dirty="0">
              <a:solidFill>
                <a:schemeClr val="accent5"/>
              </a:solidFill>
            </a:endParaRPr>
          </a:p>
        </p:txBody>
      </p:sp>
      <p:sp>
        <p:nvSpPr>
          <p:cNvPr id="2" name="Текст 1">
            <a:extLst>
              <a:ext uri="{FF2B5EF4-FFF2-40B4-BE49-F238E27FC236}">
                <a16:creationId xmlns:a16="http://schemas.microsoft.com/office/drawing/2014/main" id="{5DF4935E-10E9-5CA8-85EF-08A77383EBE6}"/>
              </a:ext>
            </a:extLst>
          </p:cNvPr>
          <p:cNvSpPr>
            <a:spLocks noGrp="1"/>
          </p:cNvSpPr>
          <p:nvPr>
            <p:ph type="body" sz="quarter" idx="37"/>
          </p:nvPr>
        </p:nvSpPr>
        <p:spPr>
          <a:xfrm>
            <a:off x="780565" y="2493074"/>
            <a:ext cx="2965634" cy="423628"/>
          </a:xfrm>
        </p:spPr>
        <p:txBody>
          <a:bodyPr/>
          <a:lstStyle/>
          <a:p>
            <a:pPr/>
            <a:r>
              <a:rPr lang="ru-RU" sz="1600">
                <a:solidFill>
                  <a:srgbClr val="F92571"/>
                </a:solidFill>
              </a:rPr>
              <a:t>Что получилось</a:t>
            </a:r>
          </a:p>
        </p:txBody>
      </p:sp>
      <p:sp>
        <p:nvSpPr>
          <p:cNvPr id="3" name="Текст 2">
            <a:extLst>
              <a:ext uri="{FF2B5EF4-FFF2-40B4-BE49-F238E27FC236}">
                <a16:creationId xmlns:a16="http://schemas.microsoft.com/office/drawing/2014/main" id="{863156EE-B99A-3E1C-1DFF-C779A3E1B5D8}"/>
              </a:ext>
            </a:extLst>
          </p:cNvPr>
          <p:cNvSpPr>
            <a:spLocks noGrp="1"/>
          </p:cNvSpPr>
          <p:nvPr>
            <p:ph type="body" sz="quarter" idx="38"/>
          </p:nvPr>
        </p:nvSpPr>
        <p:spPr>
          <a:xfrm>
            <a:off x="780565" y="3128740"/>
            <a:ext cx="2965633" cy="2797928"/>
          </a:xfrm>
        </p:spPr>
        <p:txBody>
          <a:bodyPr/>
          <a:lstStyle/>
          <a:p>
            <a:pPr/>
            <a:r>
              <a:rPr lang="ru-RU" sz="1300">
                <a:solidFill>
                  <a:schemeClr val="tx1"/>
                </a:solidFill>
              </a:rPr>
              <a:t>Работающий ROS 2-модуль на CPU, офлайн-архив, решение и дистанция; реальные препятствия на демонстрационной записи</a:t>
            </a:r>
          </a:p>
        </p:txBody>
      </p:sp>
      <p:sp>
        <p:nvSpPr>
          <p:cNvPr id="4" name="Текст 3">
            <a:extLst>
              <a:ext uri="{FF2B5EF4-FFF2-40B4-BE49-F238E27FC236}">
                <a16:creationId xmlns:a16="http://schemas.microsoft.com/office/drawing/2014/main" id="{D5C5649E-E208-17C2-F091-5482CC2FD51B}"/>
              </a:ext>
            </a:extLst>
          </p:cNvPr>
          <p:cNvSpPr>
            <a:spLocks noGrp="1"/>
          </p:cNvSpPr>
          <p:nvPr>
            <p:ph type="body" sz="quarter" idx="39"/>
          </p:nvPr>
        </p:nvSpPr>
        <p:spPr>
          <a:xfrm>
            <a:off x="4623178" y="2493074"/>
            <a:ext cx="3034896" cy="403756"/>
          </a:xfrm>
        </p:spPr>
        <p:txBody>
          <a:bodyPr/>
          <a:lstStyle/>
          <a:p>
            <a:pPr/>
            <a:r>
              <a:rPr lang="ru-RU" sz="1600">
                <a:solidFill>
                  <a:srgbClr val="F92571"/>
                </a:solidFill>
              </a:rPr>
              <a:t>Что дальше</a:t>
            </a:r>
          </a:p>
        </p:txBody>
      </p:sp>
      <p:sp>
        <p:nvSpPr>
          <p:cNvPr id="5" name="Текст 4">
            <a:extLst>
              <a:ext uri="{FF2B5EF4-FFF2-40B4-BE49-F238E27FC236}">
                <a16:creationId xmlns:a16="http://schemas.microsoft.com/office/drawing/2014/main" id="{9B6AED36-1714-5896-5E97-ECA75EAA24C5}"/>
              </a:ext>
            </a:extLst>
          </p:cNvPr>
          <p:cNvSpPr>
            <a:spLocks noGrp="1"/>
          </p:cNvSpPr>
          <p:nvPr>
            <p:ph type="body" sz="quarter" idx="40"/>
          </p:nvPr>
        </p:nvSpPr>
        <p:spPr>
          <a:xfrm>
            <a:off x="4623178" y="3128740"/>
            <a:ext cx="3034896" cy="2797928"/>
          </a:xfrm>
        </p:spPr>
        <p:txBody>
          <a:bodyPr/>
          <a:lstStyle/>
          <a:p>
            <a:pPr/>
            <a:r>
              <a:rPr lang="ru-RU" sz="1300">
                <a:solidFill>
                  <a:schemeClr val="tx1"/>
                </a:solidFill>
              </a:rPr>
              <a:t>Закрыть пропуски столбов и кривых, подтвердить дальность по геометриям пути; независимая проверка новой печати</a:t>
            </a:r>
          </a:p>
        </p:txBody>
      </p:sp>
      <p:sp>
        <p:nvSpPr>
          <p:cNvPr id="6" name="Текст 5">
            <a:extLst>
              <a:ext uri="{FF2B5EF4-FFF2-40B4-BE49-F238E27FC236}">
                <a16:creationId xmlns:a16="http://schemas.microsoft.com/office/drawing/2014/main" id="{AB578740-7F02-5606-0701-43CBE42E6173}"/>
              </a:ext>
            </a:extLst>
          </p:cNvPr>
          <p:cNvSpPr>
            <a:spLocks noGrp="1"/>
          </p:cNvSpPr>
          <p:nvPr>
            <p:ph type="body" sz="quarter" idx="41"/>
          </p:nvPr>
        </p:nvSpPr>
        <p:spPr>
          <a:xfrm>
            <a:off x="8547959" y="2493074"/>
            <a:ext cx="2945464" cy="403913"/>
          </a:xfrm>
        </p:spPr>
        <p:txBody>
          <a:bodyPr/>
          <a:lstStyle/>
          <a:p>
            <a:pPr/>
            <a:r>
              <a:rPr lang="ru-RU" sz="1600">
                <a:solidFill>
                  <a:srgbClr val="F92571"/>
                </a:solidFill>
              </a:rPr>
              <a:t>Внедрение</a:t>
            </a:r>
          </a:p>
        </p:txBody>
      </p:sp>
      <p:sp>
        <p:nvSpPr>
          <p:cNvPr id="7" name="Текст 6">
            <a:extLst>
              <a:ext uri="{FF2B5EF4-FFF2-40B4-BE49-F238E27FC236}">
                <a16:creationId xmlns:a16="http://schemas.microsoft.com/office/drawing/2014/main" id="{3143A847-7B5C-EA94-880E-65D8582653EB}"/>
              </a:ext>
            </a:extLst>
          </p:cNvPr>
          <p:cNvSpPr>
            <a:spLocks noGrp="1"/>
          </p:cNvSpPr>
          <p:nvPr>
            <p:ph type="body" sz="quarter" idx="42"/>
          </p:nvPr>
        </p:nvSpPr>
        <p:spPr>
          <a:xfrm>
            <a:off x="8547959" y="3128740"/>
            <a:ext cx="2945464" cy="2797928"/>
          </a:xfrm>
        </p:spPr>
        <p:txBody>
          <a:bodyPr/>
          <a:lstStyle/>
          <a:p>
            <a:pPr/>
            <a:r>
              <a:rPr lang="ru-RU" sz="1300">
                <a:solidFill>
                  <a:schemeClr val="tx1"/>
                </a:solidFill>
              </a:rPr>
              <a:t>docker load → run → ros2 bag play. scripts/play_bag.sh — одной командой. Адаптер торможения требует разработки и проверки.</a:t>
            </a:r>
          </a:p>
        </p:txBody>
      </p:sp>
      <p:sp>
        <p:nvSpPr>
          <p:cNvPr id="14" name="Заголовок 13">
            <a:extLst>
              <a:ext uri="{FF2B5EF4-FFF2-40B4-BE49-F238E27FC236}">
                <a16:creationId xmlns:a16="http://schemas.microsoft.com/office/drawing/2014/main" id="{93842A3B-9EE0-965C-0EFA-22F6D78D2F7C}"/>
              </a:ext>
            </a:extLst>
          </p:cNvPr>
          <p:cNvSpPr>
            <a:spLocks noGrp="1"/>
          </p:cNvSpPr>
          <p:nvPr>
            <p:ph type="title"/>
          </p:nvPr>
        </p:nvSpPr>
        <p:spPr>
          <a:xfrm>
            <a:off x="525816" y="335426"/>
            <a:ext cx="11331221" cy="376138"/>
          </a:xfrm>
        </p:spPr>
        <p:txBody>
          <a:bodyPr/>
          <a:lstStyle/>
          <a:p>
            <a:pPr/>
            <a:r>
              <a:rPr lang="ru-RU">
                <a:solidFill>
                  <a:schemeClr val="accent5"/>
                </a:solidFill>
              </a:rPr>
              <a:t>ИТОГИ И ПЛАНЫ</a:t>
            </a:r>
          </a:p>
        </p:txBody>
      </p:sp>
      <p:sp>
        <p:nvSpPr>
          <p:cNvPr id="15" name="Текст 14">
            <a:extLst>
              <a:ext uri="{FF2B5EF4-FFF2-40B4-BE49-F238E27FC236}">
                <a16:creationId xmlns:a16="http://schemas.microsoft.com/office/drawing/2014/main" id="{DAEBED94-4F5F-339A-0CCE-082BCC33E925}"/>
              </a:ext>
            </a:extLst>
          </p:cNvPr>
          <p:cNvSpPr>
            <a:spLocks noGrp="1"/>
          </p:cNvSpPr>
          <p:nvPr>
            <p:ph type="body" sz="quarter" idx="49"/>
          </p:nvPr>
        </p:nvSpPr>
        <p:spPr>
          <a:xfrm>
            <a:off x="780565" y="1772415"/>
            <a:ext cx="1311031" cy="601141"/>
          </a:xfrm>
        </p:spPr>
        <p:txBody>
          <a:bodyPr/>
          <a:lstStyle/>
          <a:p>
            <a:pPr/>
            <a:r>
              <a:rPr lang="ru-RU" sz="4400">
                <a:solidFill>
                  <a:schemeClr val="accent5"/>
                </a:solidFill>
              </a:rPr>
              <a:t>01</a:t>
            </a:r>
          </a:p>
        </p:txBody>
      </p:sp>
      <p:sp>
        <p:nvSpPr>
          <p:cNvPr id="16" name="Текст 15">
            <a:extLst>
              <a:ext uri="{FF2B5EF4-FFF2-40B4-BE49-F238E27FC236}">
                <a16:creationId xmlns:a16="http://schemas.microsoft.com/office/drawing/2014/main" id="{01B288C6-447F-2720-CB9D-6F216BD0C554}"/>
              </a:ext>
            </a:extLst>
          </p:cNvPr>
          <p:cNvSpPr>
            <a:spLocks noGrp="1"/>
          </p:cNvSpPr>
          <p:nvPr>
            <p:ph type="body" sz="quarter" idx="50"/>
          </p:nvPr>
        </p:nvSpPr>
        <p:spPr>
          <a:xfrm>
            <a:off x="4615219" y="1766200"/>
            <a:ext cx="1311031" cy="572942"/>
          </a:xfrm>
        </p:spPr>
        <p:txBody>
          <a:bodyPr/>
          <a:lstStyle/>
          <a:p>
            <a:pPr/>
            <a:r>
              <a:rPr lang="ru-RU" sz="4400">
                <a:solidFill>
                  <a:schemeClr val="accent5"/>
                </a:solidFill>
              </a:rPr>
              <a:t>02</a:t>
            </a:r>
          </a:p>
        </p:txBody>
      </p:sp>
      <p:sp>
        <p:nvSpPr>
          <p:cNvPr id="17" name="Текст 16">
            <a:extLst>
              <a:ext uri="{FF2B5EF4-FFF2-40B4-BE49-F238E27FC236}">
                <a16:creationId xmlns:a16="http://schemas.microsoft.com/office/drawing/2014/main" id="{78DB70E8-1110-C23C-1E37-53138E3F8F02}"/>
              </a:ext>
            </a:extLst>
          </p:cNvPr>
          <p:cNvSpPr>
            <a:spLocks noGrp="1"/>
          </p:cNvSpPr>
          <p:nvPr>
            <p:ph type="body" sz="quarter" idx="51"/>
          </p:nvPr>
        </p:nvSpPr>
        <p:spPr>
          <a:xfrm>
            <a:off x="8547959" y="1766043"/>
            <a:ext cx="1311031" cy="573165"/>
          </a:xfrm>
        </p:spPr>
        <p:txBody>
          <a:bodyPr/>
          <a:lstStyle/>
          <a:p>
            <a:pPr/>
            <a:r>
              <a:rPr lang="ru-RU" sz="4400">
                <a:solidFill>
                  <a:schemeClr val="accent5"/>
                </a:solidFill>
              </a:rPr>
              <a:t>03</a:t>
            </a:r>
          </a:p>
        </p:txBody>
      </p:sp>
      <p:sp>
        <p:nvSpPr>
          <p:cNvPr id="22" name="TextBox 21"/>
          <p:cNvSpPr txBox="1"/>
          <p:nvPr/>
        </p:nvSpPr>
        <p:spPr>
          <a:xfrm>
            <a:off x="10363200" y="0"/>
            <a:ext cx="1706880" cy="201168"/>
          </a:xfrm>
          <a:prstGeom prst="rect">
            <a:avLst/>
          </a:prstGeom>
          <a:noFill/>
        </p:spPr>
        <p:txBody>
          <a:bodyPr wrap="none">
            <a:spAutoFit/>
          </a:bodyPr>
          <a:lstStyle/>
          <a:p>
            <a:pPr algn="l">
              <a:defRPr sz="800" b="0">
                <a:solidFill>
                  <a:srgbClr val="17171C"/>
                </a:solidFill>
                <a:latin typeface="Arial"/>
              </a:defRPr>
            </a:pPr>
            <a:r>
              <a:t>ЧЕРНОВИК/16.10</a:t>
            </a:r>
          </a:p>
        </p:txBody>
      </p:sp>
    </p:spTree>
    <p:extLst>
      <p:ext uri="{BB962C8B-B14F-4D97-AF65-F5344CB8AC3E}">
        <p14:creationId xmlns:p14="http://schemas.microsoft.com/office/powerpoint/2010/main" val="3112216425"/>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87680" y="205740"/>
            <a:ext cx="11216640" cy="685800"/>
          </a:xfrm>
          <a:prstGeom prst="rect">
            <a:avLst/>
          </a:prstGeom>
          <a:noFill/>
        </p:spPr>
        <p:txBody>
          <a:bodyPr wrap="none">
            <a:spAutoFit/>
          </a:bodyPr>
          <a:lstStyle/>
          <a:p>
            <a:pPr algn="l">
              <a:defRPr sz="2600" b="1">
                <a:solidFill>
                  <a:srgbClr val="17171C"/>
                </a:solidFill>
                <a:latin typeface="Arial"/>
              </a:defRPr>
            </a:pPr>
            <a:r>
              <a:t>X3 · УСТОЙЧИВОСТЬ</a:t>
            </a:r>
          </a:p>
        </p:txBody>
      </p:sp>
      <p:pic>
        <p:nvPicPr>
          <p:cNvPr id="3" name="Picture 2" descr="x3-robustness.png"/>
          <p:cNvPicPr>
            <a:picLocks noChangeAspect="1"/>
          </p:cNvPicPr>
          <p:nvPr/>
        </p:nvPicPr>
        <p:blipFill>
          <a:blip r:embed="rId2"/>
          <a:stretch>
            <a:fillRect/>
          </a:stretch>
        </p:blipFill>
        <p:spPr>
          <a:xfrm>
            <a:off x="365760" y="1165860"/>
            <a:ext cx="11460480" cy="4457700"/>
          </a:xfrm>
          <a:prstGeom prst="rect">
            <a:avLst/>
          </a:prstGeom>
        </p:spPr>
      </p:pic>
      <p:sp>
        <p:nvSpPr>
          <p:cNvPr id="4" name="TextBox 3"/>
          <p:cNvSpPr txBox="1"/>
          <p:nvPr/>
        </p:nvSpPr>
        <p:spPr>
          <a:xfrm>
            <a:off x="487680" y="5760720"/>
            <a:ext cx="11216640" cy="960120"/>
          </a:xfrm>
          <a:prstGeom prst="rect">
            <a:avLst/>
          </a:prstGeom>
          <a:noFill/>
        </p:spPr>
        <p:txBody>
          <a:bodyPr wrap="none">
            <a:spAutoFit/>
          </a:bodyPr>
          <a:lstStyle/>
          <a:p>
            <a:pPr algn="l">
              <a:defRPr sz="1200" b="0">
                <a:solidFill>
                  <a:srgbClr val="17171C"/>
                </a:solidFill>
                <a:latin typeface="Arial"/>
              </a:defRPr>
            </a:pPr>
            <a:r>
              <a:t>ЧЕРНОВИК · in-sample · 1.1.0 = v1.0.0; улучшения нет</a:t>
            </a:r>
          </a:p>
        </p:txBody>
      </p:sp>
      <p:sp>
        <p:nvSpPr>
          <p:cNvPr id="5" name="TextBox 4"/>
          <p:cNvSpPr txBox="1"/>
          <p:nvPr/>
        </p:nvSpPr>
        <p:spPr>
          <a:xfrm>
            <a:off x="10363200" y="0"/>
            <a:ext cx="1706880" cy="201168"/>
          </a:xfrm>
          <a:prstGeom prst="rect">
            <a:avLst/>
          </a:prstGeom>
          <a:noFill/>
        </p:spPr>
        <p:txBody>
          <a:bodyPr wrap="none">
            <a:spAutoFit/>
          </a:bodyPr>
          <a:lstStyle/>
          <a:p>
            <a:pPr algn="l">
              <a:defRPr sz="800" b="0">
                <a:solidFill>
                  <a:srgbClr val="17171C"/>
                </a:solidFill>
                <a:latin typeface="Arial"/>
              </a:defRPr>
            </a:pPr>
            <a:r>
              <a:t>ЧЕРНОВИК/16.10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87680" y="205740"/>
            <a:ext cx="11216640" cy="685800"/>
          </a:xfrm>
          <a:prstGeom prst="rect">
            <a:avLst/>
          </a:prstGeom>
          <a:noFill/>
        </p:spPr>
        <p:txBody>
          <a:bodyPr wrap="none">
            <a:spAutoFit/>
          </a:bodyPr>
          <a:lstStyle/>
          <a:p>
            <a:pPr algn="l">
              <a:defRPr sz="2600" b="1">
                <a:solidFill>
                  <a:srgbClr val="17171C"/>
                </a:solidFill>
                <a:latin typeface="Arial"/>
              </a:defRPr>
            </a:pPr>
            <a:r>
              <a:t>X1 · ПРИЧИНЫ ПОЗДНЕГО STOP</a:t>
            </a:r>
          </a:p>
        </p:txBody>
      </p:sp>
      <p:pic>
        <p:nvPicPr>
          <p:cNvPr id="3" name="Picture 2" descr="x1-causes.png"/>
          <p:cNvPicPr>
            <a:picLocks noChangeAspect="1"/>
          </p:cNvPicPr>
          <p:nvPr/>
        </p:nvPicPr>
        <p:blipFill>
          <a:blip r:embed="rId2"/>
          <a:stretch>
            <a:fillRect/>
          </a:stretch>
        </p:blipFill>
        <p:spPr>
          <a:xfrm>
            <a:off x="365760" y="1165860"/>
            <a:ext cx="11460480" cy="4457700"/>
          </a:xfrm>
          <a:prstGeom prst="rect">
            <a:avLst/>
          </a:prstGeom>
        </p:spPr>
      </p:pic>
      <p:sp>
        <p:nvSpPr>
          <p:cNvPr id="4" name="TextBox 3"/>
          <p:cNvSpPr txBox="1"/>
          <p:nvPr/>
        </p:nvSpPr>
        <p:spPr>
          <a:xfrm>
            <a:off x="487680" y="5760720"/>
            <a:ext cx="11216640" cy="960120"/>
          </a:xfrm>
          <a:prstGeom prst="rect">
            <a:avLst/>
          </a:prstGeom>
          <a:noFill/>
        </p:spPr>
        <p:txBody>
          <a:bodyPr wrap="none">
            <a:spAutoFit/>
          </a:bodyPr>
          <a:lstStyle/>
          <a:p>
            <a:pPr algn="l">
              <a:defRPr sz="1200" b="0">
                <a:solidFill>
                  <a:srgbClr val="17171C"/>
                </a:solidFill>
                <a:latin typeface="Arial"/>
              </a:defRPr>
            </a:pPr>
            <a:r>
              <a:t>ЧЕРНОВИК · in-sample · одна причина на строку; не recall</a:t>
            </a:r>
          </a:p>
        </p:txBody>
      </p:sp>
      <p:sp>
        <p:nvSpPr>
          <p:cNvPr id="5" name="TextBox 4"/>
          <p:cNvSpPr txBox="1"/>
          <p:nvPr/>
        </p:nvSpPr>
        <p:spPr>
          <a:xfrm>
            <a:off x="10363200" y="0"/>
            <a:ext cx="1706880" cy="201168"/>
          </a:xfrm>
          <a:prstGeom prst="rect">
            <a:avLst/>
          </a:prstGeom>
          <a:noFill/>
        </p:spPr>
        <p:txBody>
          <a:bodyPr wrap="none">
            <a:spAutoFit/>
          </a:bodyPr>
          <a:lstStyle/>
          <a:p>
            <a:pPr algn="l">
              <a:defRPr sz="800" b="0">
                <a:solidFill>
                  <a:srgbClr val="17171C"/>
                </a:solidFill>
                <a:latin typeface="Arial"/>
              </a:defRPr>
            </a:pPr>
            <a:r>
              <a:t>ЧЕРНОВИК/16.10</a:t>
            </a:r>
          </a:p>
        </p:txBody>
      </p:sp>
    </p:spTree>
  </p:cSld>
  <p:clrMapOvr>
    <a:masterClrMapping/>
  </p:clrMapOvr>
</p:sld>
</file>

<file path=ppt/theme/theme1.xml><?xml version="1.0" encoding="utf-8"?>
<a:theme xmlns:a="http://schemas.openxmlformats.org/drawingml/2006/main" name="Для Академия инноваторов 16_9">
  <a:themeElements>
    <a:clrScheme name="Пользовательские 2">
      <a:dk1>
        <a:srgbClr val="000000"/>
      </a:dk1>
      <a:lt1>
        <a:srgbClr val="FFFFFF"/>
      </a:lt1>
      <a:dk2>
        <a:srgbClr val="1C1D22"/>
      </a:dk2>
      <a:lt2>
        <a:srgbClr val="E5E7E9"/>
      </a:lt2>
      <a:accent1>
        <a:srgbClr val="FF0053"/>
      </a:accent1>
      <a:accent2>
        <a:srgbClr val="FFD6E3"/>
      </a:accent2>
      <a:accent3>
        <a:srgbClr val="FC3777"/>
      </a:accent3>
      <a:accent4>
        <a:srgbClr val="8A83D1"/>
      </a:accent4>
      <a:accent5>
        <a:srgbClr val="520977"/>
      </a:accent5>
      <a:accent6>
        <a:srgbClr val="2D1451"/>
      </a:accent6>
      <a:hlink>
        <a:srgbClr val="FF0053"/>
      </a:hlink>
      <a:folHlink>
        <a:srgbClr val="5D2B84"/>
      </a:folHlink>
    </a:clrScheme>
    <a:fontScheme name="Лидеры цифровой трансформации">
      <a:majorFont>
        <a:latin typeface="Montserrat"/>
        <a:ea typeface=""/>
        <a:cs typeface=""/>
      </a:majorFont>
      <a:minorFont>
        <a:latin typeface="Montserrat"/>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alpha val="0"/>
          </a:schemeClr>
        </a:solidFill>
        <a:ln w="19050">
          <a:solidFill>
            <a:schemeClr val="bg1">
              <a:alpha val="47000"/>
            </a:schemeClr>
          </a:solidFill>
        </a:ln>
      </a:spPr>
      <a:bodyPr rtlCol="0" anchor="t"/>
      <a:lstStyle>
        <a:defPPr algn="ctr">
          <a:defRPr b="1" dirty="0" smtClean="0">
            <a:solidFill>
              <a:schemeClr val="accent2"/>
            </a:solidFill>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Для Академия инноваторов 16_9" id="{1723B771-A24B-45DA-B7CE-887A7FB91DED}" vid="{FE7ADCA1-0705-4BF5-AEC5-34FB9D7ACE5C}"/>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11023</TotalTime>
  <Words>633</Words>
  <Application>Microsoft Macintosh PowerPoint</Application>
  <PresentationFormat>Широкоэкранный</PresentationFormat>
  <Paragraphs>192</Paragraphs>
  <Slides>37</Slides>
  <Notes>3</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37</vt:i4>
      </vt:variant>
    </vt:vector>
  </HeadingPairs>
  <TitlesOfParts>
    <vt:vector size="45" baseType="lpstr">
      <vt:lpstr>Arial</vt:lpstr>
      <vt:lpstr>Calibri</vt:lpstr>
      <vt:lpstr>Lato Light</vt:lpstr>
      <vt:lpstr>Montserrat</vt:lpstr>
      <vt:lpstr>Montserrat Medium</vt:lpstr>
      <vt:lpstr>Poppins Light</vt:lpstr>
      <vt:lpstr>Wingdings</vt:lpstr>
      <vt:lpstr>Для Академия инноваторов 16_9</vt:lpstr>
      <vt:lpstr>Презентация PowerPoint</vt:lpstr>
      <vt:lpstr>ВВОДНЫЕ</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КОРОТКО О РЕШЕНИИ</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Полезные материалы</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ReSense — ЛЦТ 2026, кейс 05: посторонние объекты в тоннеле метро по данным 3D-лидара</dc:title>
  <dc:creator>Команда «Молоток»</dc:creator>
  <cp:lastModifiedBy>Команда «Молоток»</cp:lastModifiedBy>
  <cp:revision>95</cp:revision>
  <dcterms:created xsi:type="dcterms:W3CDTF">2023-05-15T07:36:23Z</dcterms:created>
  <dcterms:modified xsi:type="dcterms:W3CDTF">2026-09-14T11:14:59Z</dcterms:modified>
  <dc:subject>Лидеры цифровой трансформации 2026</dc:subject>
  <cp:keywords>LiDAR, ROS 2, метро, габарит, обнаружение препятствий</cp:keywords>
</cp:coreProperties>
</file>